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  <a:srgbClr val="411764"/>
    <a:srgbClr val="571F86"/>
    <a:srgbClr val="492D72"/>
    <a:srgbClr val="732B82"/>
    <a:srgbClr val="FFFFFF"/>
    <a:srgbClr val="8B2490"/>
    <a:srgbClr val="000000"/>
    <a:srgbClr val="090612"/>
    <a:srgbClr val="0F0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3975" autoAdjust="0"/>
  </p:normalViewPr>
  <p:slideViewPr>
    <p:cSldViewPr snapToGrid="0">
      <p:cViewPr>
        <p:scale>
          <a:sx n="75" d="100"/>
          <a:sy n="75" d="100"/>
        </p:scale>
        <p:origin x="119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22C05-4A9E-402A-87DE-9912A2574E40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7C74B-C90E-424B-BEA3-C0E396D010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47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C74B-C90E-424B-BEA3-C0E396D0107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02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F4B17-1E82-B6B8-42DD-321EA78D6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483C79-CB1A-6214-4CAE-1F4DA8367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55682E-68F0-9F4F-DF70-06E143A0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8E86A-32ED-6B00-ABAD-EC3A8933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D0A72C-0D7C-7BDF-CC81-549BB978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77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CEA10-086B-B609-9F7C-17F6B54E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E52EC-A777-B6DF-1EBC-D240BA1A9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7E39E-DB3B-1C3E-24DD-E9E08865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2128D3-DC9E-AAEC-14AC-86177DD1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56D8E1-D73C-C187-BB86-73CCB2B0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10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AD4618-37A9-8C57-86FD-7F7E1C03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123C05-01D6-298E-3656-44DC3E4BA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14F6E4-B5DD-798F-FBDC-F573D516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C38EA1-159D-0E79-5D77-9A72DD1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FA6E37-407D-3BF9-B331-04A1D091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51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40AB1-D317-1F12-9284-0899A680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E17A6C-2B74-0DBC-F863-609B55F75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FF8324-E929-92C2-307A-FD183056D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DC78CF-F6E3-CE66-6CE3-F41B908D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AE1CB8-E408-D201-9B99-EE0A6484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68BB37-C3FC-249A-DE09-4B0EB2BC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3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BA9DD-44E9-9BCE-2F02-A9D693B2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94605B-BBC7-3DE4-4A38-8B6FA88A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84DBFE-7934-6AA9-999A-A62989E57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621112-A68B-8373-2C9A-D5EAE4D05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BC6B29-2875-AD36-1304-971D4970A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99DD1C-3BA7-63A3-5DEB-C48B1356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12E031-5B15-09D3-7D93-331A840D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D04763-A641-15F8-2A74-CBEC8D09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10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749FF-69A2-38A0-781A-8CDEC33F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6A8BD2-B1D4-61DB-32A3-D64AD104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C9C821-3C75-B468-1C70-877EC1D1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493300-BE50-7E2B-7AAF-74F80A93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30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97118F-1ACB-B11A-BC3F-7FBD337F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6A4CAF-3E36-21F9-5EF3-D9B31A28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7AD167-874A-6646-3C3F-1D4C22B9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D3C4E-111C-2639-B6E3-38EE91B2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37B5-2324-6363-04FE-4BAEE5245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8BEABA-5418-D39F-A14D-A3B3E6003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5257C9-42C3-A722-70F0-130920D1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7CD0A7-7438-9379-6BBB-42DB2BF0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F31878-D48A-DDFE-312B-35377D91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28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618A6-E989-9499-C334-6340CB8F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8FF327-7C39-A189-BE33-84C5E54BC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BC46BD-F1C3-96CE-1078-790DDC0FC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0D381-ED1C-FB18-CA29-4F316CFA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E8467E-3964-A61E-2C84-A99DA90B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0461C2-1C85-E03E-9EBF-26F11E73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55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68C3A-2672-9DEF-92D1-64B580F1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01B8B7-ED78-7D6C-89F1-CF08022EE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53958C-8904-CC83-1640-56BA47D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DDDE42-F64F-9036-F35F-162CA631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8526D-038C-7D9B-6EAD-F87044E2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24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DE0229-33F9-BCBF-040D-9E2160C6F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7F692D-37BF-213B-216E-AD9DA0FAC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458D49-8F81-266A-BD9F-3BC98133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ECED5A-5519-FCD0-2AB0-176C4D8C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9ADA13-9B5A-6455-D8B6-1A97A9BA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65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FD8F9-34BB-3A46-C42D-2477CFB3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A1BC78-D115-032F-1B63-2D4AF5015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3F3FDD-0C37-116E-DD4C-CB9263AD8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F11C9-53DA-4A8B-9A52-729CA9B4F31F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53960-FFE2-6916-C0F1-E46DB06C4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FCB67E-4236-7079-4926-14B3DE5AF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DE91C-4120-4B49-B4EC-EC5299E2EA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61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gsilh.com/ar/image/35308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07EA-A4FB-D26C-1994-11171296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BF5E976-F834-B78B-696C-553ABE375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9A4183-98C2-E935-DEBF-09ADEAD9E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74" t="37754" r="13174" b="37754"/>
          <a:stretch>
            <a:fillRect/>
          </a:stretch>
        </p:blipFill>
        <p:spPr bwMode="auto">
          <a:xfrm>
            <a:off x="1608455" y="2589167"/>
            <a:ext cx="8975090" cy="1679664"/>
          </a:xfrm>
          <a:custGeom>
            <a:avLst/>
            <a:gdLst>
              <a:gd name="connsiteX0" fmla="*/ 279950 w 8975090"/>
              <a:gd name="connsiteY0" fmla="*/ 0 h 1679664"/>
              <a:gd name="connsiteX1" fmla="*/ 8695140 w 8975090"/>
              <a:gd name="connsiteY1" fmla="*/ 0 h 1679664"/>
              <a:gd name="connsiteX2" fmla="*/ 8975090 w 8975090"/>
              <a:gd name="connsiteY2" fmla="*/ 279950 h 1679664"/>
              <a:gd name="connsiteX3" fmla="*/ 8975090 w 8975090"/>
              <a:gd name="connsiteY3" fmla="*/ 1399714 h 1679664"/>
              <a:gd name="connsiteX4" fmla="*/ 8695140 w 8975090"/>
              <a:gd name="connsiteY4" fmla="*/ 1679664 h 1679664"/>
              <a:gd name="connsiteX5" fmla="*/ 279950 w 8975090"/>
              <a:gd name="connsiteY5" fmla="*/ 1679664 h 1679664"/>
              <a:gd name="connsiteX6" fmla="*/ 0 w 8975090"/>
              <a:gd name="connsiteY6" fmla="*/ 1399714 h 1679664"/>
              <a:gd name="connsiteX7" fmla="*/ 0 w 8975090"/>
              <a:gd name="connsiteY7" fmla="*/ 279950 h 1679664"/>
              <a:gd name="connsiteX8" fmla="*/ 279950 w 8975090"/>
              <a:gd name="connsiteY8" fmla="*/ 0 h 167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75090" h="1679664">
                <a:moveTo>
                  <a:pt x="279950" y="0"/>
                </a:moveTo>
                <a:lnTo>
                  <a:pt x="8695140" y="0"/>
                </a:lnTo>
                <a:cubicBezTo>
                  <a:pt x="8849752" y="0"/>
                  <a:pt x="8975090" y="125338"/>
                  <a:pt x="8975090" y="279950"/>
                </a:cubicBezTo>
                <a:lnTo>
                  <a:pt x="8975090" y="1399714"/>
                </a:lnTo>
                <a:cubicBezTo>
                  <a:pt x="8975090" y="1554326"/>
                  <a:pt x="8849752" y="1679664"/>
                  <a:pt x="8695140" y="1679664"/>
                </a:cubicBezTo>
                <a:lnTo>
                  <a:pt x="279950" y="1679664"/>
                </a:lnTo>
                <a:cubicBezTo>
                  <a:pt x="125338" y="1679664"/>
                  <a:pt x="0" y="1554326"/>
                  <a:pt x="0" y="1399714"/>
                </a:cubicBezTo>
                <a:lnTo>
                  <a:pt x="0" y="279950"/>
                </a:lnTo>
                <a:cubicBezTo>
                  <a:pt x="0" y="125338"/>
                  <a:pt x="125338" y="0"/>
                  <a:pt x="279950" y="0"/>
                </a:cubicBezTo>
                <a:close/>
              </a:path>
            </a:pathLst>
          </a:custGeom>
          <a:noFill/>
          <a:effectLst>
            <a:reflection endPos="0" dir="5400000" sy="-100000" algn="bl" rotWithShape="0"/>
            <a:softEdge rad="0"/>
          </a:effectLst>
          <a:scene3d>
            <a:camera prst="orthographicFront"/>
            <a:lightRig rig="threePt" dir="t"/>
          </a:scene3d>
          <a:sp3d>
            <a:bevelT w="12700" h="12700"/>
            <a:bevelB w="12700" h="127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D4FCF9-56BC-A0FE-8304-3B1D1D2C0AF2}"/>
              </a:ext>
            </a:extLst>
          </p:cNvPr>
          <p:cNvSpPr txBox="1"/>
          <p:nvPr/>
        </p:nvSpPr>
        <p:spPr>
          <a:xfrm>
            <a:off x="1718310" y="2828835"/>
            <a:ext cx="8755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ЧИСТЫЙ БЕРЕГ</a:t>
            </a:r>
          </a:p>
        </p:txBody>
      </p:sp>
    </p:spTree>
    <p:extLst>
      <p:ext uri="{BB962C8B-B14F-4D97-AF65-F5344CB8AC3E}">
        <p14:creationId xmlns:p14="http://schemas.microsoft.com/office/powerpoint/2010/main" val="1004595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88C15331-00E1-F692-D718-9DDCDABB34C0}"/>
              </a:ext>
            </a:extLst>
          </p:cNvPr>
          <p:cNvSpPr/>
          <p:nvPr/>
        </p:nvSpPr>
        <p:spPr>
          <a:xfrm rot="17064555">
            <a:off x="7153367" y="-4698595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EEA1872B-FF11-24E5-B4A2-40C7110909DF}"/>
              </a:ext>
            </a:extLst>
          </p:cNvPr>
          <p:cNvSpPr/>
          <p:nvPr/>
        </p:nvSpPr>
        <p:spPr>
          <a:xfrm rot="8179632">
            <a:off x="-5567798" y="-5001286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2205298 w 7937989"/>
              <a:gd name="connsiteY41" fmla="*/ 8809311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52545 w 7937989"/>
              <a:gd name="connsiteY40" fmla="*/ 9042946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44057" y="8732456"/>
                </a:moveTo>
                <a:cubicBezTo>
                  <a:pt x="1498012" y="8646929"/>
                  <a:pt x="1366449" y="8409114"/>
                  <a:pt x="1329785" y="8275951"/>
                </a:cubicBezTo>
                <a:cubicBezTo>
                  <a:pt x="1293121" y="8142789"/>
                  <a:pt x="1373405" y="8121188"/>
                  <a:pt x="1324072" y="7933481"/>
                </a:cubicBezTo>
                <a:cubicBezTo>
                  <a:pt x="1274739" y="7745774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76244" y="10207385"/>
                  <a:pt x="2964187" y="10009023"/>
                </a:cubicBezTo>
                <a:cubicBezTo>
                  <a:pt x="2652130" y="9810661"/>
                  <a:pt x="2436108" y="9545922"/>
                  <a:pt x="2267501" y="9384909"/>
                </a:cubicBezTo>
                <a:cubicBezTo>
                  <a:pt x="2098894" y="9223896"/>
                  <a:pt x="2022946" y="9110157"/>
                  <a:pt x="1952545" y="9042946"/>
                </a:cubicBezTo>
                <a:cubicBezTo>
                  <a:pt x="1882144" y="8975735"/>
                  <a:pt x="1637056" y="8967130"/>
                  <a:pt x="1845094" y="8981644"/>
                </a:cubicBezTo>
                <a:cubicBezTo>
                  <a:pt x="2053132" y="8996158"/>
                  <a:pt x="1656226" y="8830644"/>
                  <a:pt x="1606053" y="8789113"/>
                </a:cubicBezTo>
                <a:cubicBezTo>
                  <a:pt x="1555880" y="8747582"/>
                  <a:pt x="1590102" y="8817983"/>
                  <a:pt x="1544057" y="873245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B7D6B-CCA7-9A45-EDF9-7063125D8A3B}"/>
              </a:ext>
            </a:extLst>
          </p:cNvPr>
          <p:cNvSpPr txBox="1"/>
          <p:nvPr/>
        </p:nvSpPr>
        <p:spPr>
          <a:xfrm>
            <a:off x="4209363" y="461234"/>
            <a:ext cx="37732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DA49905-D5AB-47C4-9932-F67BCB59BB33}"/>
              </a:ext>
            </a:extLst>
          </p:cNvPr>
          <p:cNvSpPr/>
          <p:nvPr/>
        </p:nvSpPr>
        <p:spPr>
          <a:xfrm>
            <a:off x="764130" y="1330054"/>
            <a:ext cx="6890465" cy="2034367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2700" h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rgbClr val="9900FF"/>
                </a:solidFill>
                <a:latin typeface="Arial Black" panose="020B0A04020102020204" pitchFamily="34" charset="0"/>
              </a:rPr>
              <a:t>Сегодня пользователь может:</a:t>
            </a:r>
            <a:br>
              <a:rPr lang="ru-RU" sz="2200" dirty="0">
                <a:solidFill>
                  <a:srgbClr val="9900FF"/>
                </a:solidFill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1. Узнать об экологических проблемах;</a:t>
            </a:r>
            <a:br>
              <a:rPr lang="ru-RU" sz="2200" dirty="0"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2. Пройти обучение;</a:t>
            </a:r>
            <a:br>
              <a:rPr lang="ru-RU" sz="2200" dirty="0"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3. Принять участие в субботнике.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231A6F5-6836-5ACD-DACC-4F3EB7034DE6}"/>
              </a:ext>
            </a:extLst>
          </p:cNvPr>
          <p:cNvSpPr/>
          <p:nvPr/>
        </p:nvSpPr>
        <p:spPr>
          <a:xfrm>
            <a:off x="4758545" y="3840232"/>
            <a:ext cx="7006735" cy="2328945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rgbClr val="9900FF"/>
                </a:solidFill>
                <a:latin typeface="Arial Black" panose="020B0A04020102020204" pitchFamily="34" charset="0"/>
              </a:rPr>
              <a:t>Но при этом он не всегда понимает:</a:t>
            </a:r>
            <a:r>
              <a:rPr lang="ru-RU" sz="2200" dirty="0">
                <a:latin typeface="Arial Black" panose="020B0A04020102020204" pitchFamily="34" charset="0"/>
              </a:rPr>
              <a:t/>
            </a:r>
            <a:br>
              <a:rPr lang="ru-RU" sz="2200" dirty="0"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1. Как знания применяются на практике;</a:t>
            </a:r>
            <a:br>
              <a:rPr lang="ru-RU" sz="2200" dirty="0"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2. Где находится реальная проблема;</a:t>
            </a:r>
            <a:br>
              <a:rPr lang="ru-RU" sz="2200" dirty="0">
                <a:latin typeface="Arial Black" panose="020B0A04020102020204" pitchFamily="34" charset="0"/>
              </a:rPr>
            </a:br>
            <a:r>
              <a:rPr lang="ru-RU" sz="2200" dirty="0">
                <a:latin typeface="Arial Black" panose="020B0A04020102020204" pitchFamily="34" charset="0"/>
              </a:rPr>
              <a:t>3. Какой результат дали его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781075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C2D3-D50B-AE46-166D-6A8ADB451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Полилиния: фигура 1026">
            <a:extLst>
              <a:ext uri="{FF2B5EF4-FFF2-40B4-BE49-F238E27FC236}">
                <a16:creationId xmlns:a16="http://schemas.microsoft.com/office/drawing/2014/main" id="{F54F6075-E4F0-8644-A4DB-1C0FC6BD3D4F}"/>
              </a:ext>
            </a:extLst>
          </p:cNvPr>
          <p:cNvSpPr/>
          <p:nvPr/>
        </p:nvSpPr>
        <p:spPr>
          <a:xfrm rot="8781249">
            <a:off x="7397809" y="-4009149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5" name="Полилиния: фигура 1024">
            <a:extLst>
              <a:ext uri="{FF2B5EF4-FFF2-40B4-BE49-F238E27FC236}">
                <a16:creationId xmlns:a16="http://schemas.microsoft.com/office/drawing/2014/main" id="{FCA41EDC-F5AB-7A16-BB31-6C032DE43122}"/>
              </a:ext>
            </a:extLst>
          </p:cNvPr>
          <p:cNvSpPr/>
          <p:nvPr/>
        </p:nvSpPr>
        <p:spPr>
          <a:xfrm rot="8179632">
            <a:off x="-4239965" y="-1834113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2205298 w 7937989"/>
              <a:gd name="connsiteY41" fmla="*/ 8809311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52545 w 7937989"/>
              <a:gd name="connsiteY40" fmla="*/ 9042946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44057" y="8732456"/>
                </a:moveTo>
                <a:cubicBezTo>
                  <a:pt x="1498012" y="8646929"/>
                  <a:pt x="1366449" y="8409114"/>
                  <a:pt x="1329785" y="8275951"/>
                </a:cubicBezTo>
                <a:cubicBezTo>
                  <a:pt x="1293121" y="8142789"/>
                  <a:pt x="1373405" y="8121188"/>
                  <a:pt x="1324072" y="7933481"/>
                </a:cubicBezTo>
                <a:cubicBezTo>
                  <a:pt x="1274739" y="7745774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76244" y="10207385"/>
                  <a:pt x="2964187" y="10009023"/>
                </a:cubicBezTo>
                <a:cubicBezTo>
                  <a:pt x="2652130" y="9810661"/>
                  <a:pt x="2436108" y="9545922"/>
                  <a:pt x="2267501" y="9384909"/>
                </a:cubicBezTo>
                <a:cubicBezTo>
                  <a:pt x="2098894" y="9223896"/>
                  <a:pt x="2022946" y="9110157"/>
                  <a:pt x="1952545" y="9042946"/>
                </a:cubicBezTo>
                <a:cubicBezTo>
                  <a:pt x="1882144" y="8975735"/>
                  <a:pt x="1637056" y="8967130"/>
                  <a:pt x="1845094" y="8981644"/>
                </a:cubicBezTo>
                <a:cubicBezTo>
                  <a:pt x="2053132" y="8996158"/>
                  <a:pt x="1656226" y="8830644"/>
                  <a:pt x="1606053" y="8789113"/>
                </a:cubicBezTo>
                <a:cubicBezTo>
                  <a:pt x="1555880" y="8747582"/>
                  <a:pt x="1590102" y="8817983"/>
                  <a:pt x="1544057" y="873245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12158-A1BA-A2AA-7758-A76D9E577537}"/>
              </a:ext>
            </a:extLst>
          </p:cNvPr>
          <p:cNvSpPr txBox="1"/>
          <p:nvPr/>
        </p:nvSpPr>
        <p:spPr>
          <a:xfrm>
            <a:off x="2945580" y="365480"/>
            <a:ext cx="59262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НАША ГИПОТЕЗА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639C81F-8642-1279-28AA-BC51C85E22E1}"/>
              </a:ext>
            </a:extLst>
          </p:cNvPr>
          <p:cNvSpPr/>
          <p:nvPr/>
        </p:nvSpPr>
        <p:spPr>
          <a:xfrm>
            <a:off x="674255" y="2007154"/>
            <a:ext cx="3713003" cy="769442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Arial Black" panose="020B0A04020102020204" pitchFamily="34" charset="0"/>
              </a:rPr>
              <a:t>ОБЪЕДИНЯЕМ 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ОБУЧЕНИЕ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09EFF88-B40E-02C5-44CC-F45204705FB5}"/>
              </a:ext>
            </a:extLst>
          </p:cNvPr>
          <p:cNvSpPr/>
          <p:nvPr/>
        </p:nvSpPr>
        <p:spPr>
          <a:xfrm>
            <a:off x="5907872" y="2007155"/>
            <a:ext cx="1656374" cy="769441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ПРАКТИКУ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1C0F062-4627-BC18-4A1A-34830A3B1522}"/>
              </a:ext>
            </a:extLst>
          </p:cNvPr>
          <p:cNvSpPr/>
          <p:nvPr/>
        </p:nvSpPr>
        <p:spPr>
          <a:xfrm>
            <a:off x="8950993" y="2007155"/>
            <a:ext cx="1772121" cy="769441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ДЕЙСТВИЕ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D581BDE-444E-9572-FC6C-A5340ED647E8}"/>
              </a:ext>
            </a:extLst>
          </p:cNvPr>
          <p:cNvSpPr/>
          <p:nvPr/>
        </p:nvSpPr>
        <p:spPr>
          <a:xfrm>
            <a:off x="674255" y="3592046"/>
            <a:ext cx="5104398" cy="2115273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Если объединить:</a:t>
            </a:r>
            <a:b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Обучение ДЗЗ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Практический симулятор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Мониторинг реальных территорий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Экологические мероприятия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Мотивация и вознаграждения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4BED6-2D6F-497E-DB08-2AB85206B05C}"/>
              </a:ext>
            </a:extLst>
          </p:cNvPr>
          <p:cNvSpPr txBox="1"/>
          <p:nvPr/>
        </p:nvSpPr>
        <p:spPr>
          <a:xfrm>
            <a:off x="6078252" y="4255240"/>
            <a:ext cx="889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ТОГДА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7DC1E6E-3E86-3EE7-6A9C-F67488E1866E}"/>
              </a:ext>
            </a:extLst>
          </p:cNvPr>
          <p:cNvSpPr/>
          <p:nvPr/>
        </p:nvSpPr>
        <p:spPr>
          <a:xfrm>
            <a:off x="7296876" y="3628407"/>
            <a:ext cx="3426238" cy="2078912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Пользователь будет переходить от знаний к реальному действию и возвращаться к платформе.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0F05245-C9E1-66E8-180F-F368D4B8AA4D}"/>
              </a:ext>
            </a:extLst>
          </p:cNvPr>
          <p:cNvSpPr/>
          <p:nvPr/>
        </p:nvSpPr>
        <p:spPr>
          <a:xfrm>
            <a:off x="5903051" y="4563017"/>
            <a:ext cx="1264261" cy="86665"/>
          </a:xfrm>
          <a:prstGeom prst="roundRect">
            <a:avLst>
              <a:gd name="adj" fmla="val 50000"/>
            </a:avLst>
          </a:prstGeom>
          <a:solidFill>
            <a:srgbClr val="492D72"/>
          </a:solidFill>
          <a:ln>
            <a:solidFill>
              <a:srgbClr val="492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D840A7D-CE3B-4C43-23FE-5C8F70C99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8033083" y="2187911"/>
            <a:ext cx="608814" cy="387506"/>
          </a:xfrm>
          <a:prstGeom prst="rect">
            <a:avLst/>
          </a:prstGeom>
        </p:spPr>
      </p:pic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BD840A7D-CE3B-4C43-23FE-5C8F70C99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30221" y="2187911"/>
            <a:ext cx="608814" cy="3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10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C54A-68DA-76B9-450B-517F6D0D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451AC437-8BDA-96F5-B7A8-F04FBA79B89F}"/>
              </a:ext>
            </a:extLst>
          </p:cNvPr>
          <p:cNvSpPr/>
          <p:nvPr/>
        </p:nvSpPr>
        <p:spPr>
          <a:xfrm rot="8781249">
            <a:off x="7305765" y="-3953444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95D78904-92A4-9DFA-A545-1C816B1B84CF}"/>
              </a:ext>
            </a:extLst>
          </p:cNvPr>
          <p:cNvSpPr/>
          <p:nvPr/>
        </p:nvSpPr>
        <p:spPr>
          <a:xfrm rot="8179632">
            <a:off x="-5613960" y="-2715922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2205298 w 7937989"/>
              <a:gd name="connsiteY41" fmla="*/ 8809311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52545 w 7937989"/>
              <a:gd name="connsiteY40" fmla="*/ 9042946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44057" y="8732456"/>
                </a:moveTo>
                <a:cubicBezTo>
                  <a:pt x="1498012" y="8646929"/>
                  <a:pt x="1366449" y="8409114"/>
                  <a:pt x="1329785" y="8275951"/>
                </a:cubicBezTo>
                <a:cubicBezTo>
                  <a:pt x="1293121" y="8142789"/>
                  <a:pt x="1373405" y="8121188"/>
                  <a:pt x="1324072" y="7933481"/>
                </a:cubicBezTo>
                <a:cubicBezTo>
                  <a:pt x="1274739" y="7745774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76244" y="10207385"/>
                  <a:pt x="2964187" y="10009023"/>
                </a:cubicBezTo>
                <a:cubicBezTo>
                  <a:pt x="2652130" y="9810661"/>
                  <a:pt x="2436108" y="9545922"/>
                  <a:pt x="2267501" y="9384909"/>
                </a:cubicBezTo>
                <a:cubicBezTo>
                  <a:pt x="2098894" y="9223896"/>
                  <a:pt x="2022946" y="9110157"/>
                  <a:pt x="1952545" y="9042946"/>
                </a:cubicBezTo>
                <a:cubicBezTo>
                  <a:pt x="1882144" y="8975735"/>
                  <a:pt x="1637056" y="8967130"/>
                  <a:pt x="1845094" y="8981644"/>
                </a:cubicBezTo>
                <a:cubicBezTo>
                  <a:pt x="2053132" y="8996158"/>
                  <a:pt x="1656226" y="8830644"/>
                  <a:pt x="1606053" y="8789113"/>
                </a:cubicBezTo>
                <a:cubicBezTo>
                  <a:pt x="1555880" y="8747582"/>
                  <a:pt x="1590102" y="8817983"/>
                  <a:pt x="1544057" y="873245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07AE3-B278-7F44-2E0C-4D2A9AD91881}"/>
              </a:ext>
            </a:extLst>
          </p:cNvPr>
          <p:cNvSpPr txBox="1"/>
          <p:nvPr/>
        </p:nvSpPr>
        <p:spPr>
          <a:xfrm>
            <a:off x="3491696" y="498500"/>
            <a:ext cx="5208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ДВЕ АУДИТОРИИ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A789E41-F51D-8DAB-B23D-79BF3F8CCDF3}"/>
              </a:ext>
            </a:extLst>
          </p:cNvPr>
          <p:cNvSpPr/>
          <p:nvPr/>
        </p:nvSpPr>
        <p:spPr>
          <a:xfrm>
            <a:off x="1097206" y="1623667"/>
            <a:ext cx="4920418" cy="730434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ВОЛОНТЕР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F52D796-E318-3B22-5F6D-06E295F4122D}"/>
              </a:ext>
            </a:extLst>
          </p:cNvPr>
          <p:cNvSpPr/>
          <p:nvPr/>
        </p:nvSpPr>
        <p:spPr>
          <a:xfrm>
            <a:off x="6240093" y="1623667"/>
            <a:ext cx="4920418" cy="707886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Сотрудник ООПТ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BEB3C41-C0C6-876E-B108-D8914CCD53BC}"/>
              </a:ext>
            </a:extLst>
          </p:cNvPr>
          <p:cNvSpPr/>
          <p:nvPr/>
        </p:nvSpPr>
        <p:spPr>
          <a:xfrm>
            <a:off x="1097205" y="2498326"/>
            <a:ext cx="4920419" cy="3516690"/>
          </a:xfrm>
          <a:prstGeom prst="roundRect">
            <a:avLst>
              <a:gd name="adj" fmla="val 12767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Молодёжь от 14 лет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Обучение и практика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Участие в экологических акциях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Мотивация и вознаграждения</a:t>
            </a:r>
            <a:r>
              <a:rPr lang="en-US" sz="2400" dirty="0">
                <a:latin typeface="Arial Black" panose="020B0A04020102020204" pitchFamily="34" charset="0"/>
              </a:rPr>
              <a:t>.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7AD2A5-AFBE-AF99-E4B9-E351E8077BBA}"/>
              </a:ext>
            </a:extLst>
          </p:cNvPr>
          <p:cNvSpPr/>
          <p:nvPr/>
        </p:nvSpPr>
        <p:spPr>
          <a:xfrm>
            <a:off x="6240093" y="2498326"/>
            <a:ext cx="4920419" cy="3516690"/>
          </a:xfrm>
          <a:prstGeom prst="roundRect">
            <a:avLst>
              <a:gd name="adj" fmla="val 10888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Мониторинг территории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Поиск проблемных участков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Организация мероприятий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Работа с волонтёрами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Контроль результатов</a:t>
            </a:r>
            <a:r>
              <a:rPr lang="en-US" sz="2400" dirty="0">
                <a:latin typeface="Arial Black" panose="020B0A04020102020204" pitchFamily="34" charset="0"/>
              </a:rPr>
              <a:t>.</a:t>
            </a:r>
            <a:endParaRPr lang="ru-RU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27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AA64-8F65-20D5-D5E2-A4B6551C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627F61E-65C7-A2D8-6062-917415EE21CB}"/>
              </a:ext>
            </a:extLst>
          </p:cNvPr>
          <p:cNvSpPr/>
          <p:nvPr/>
        </p:nvSpPr>
        <p:spPr>
          <a:xfrm rot="8179632">
            <a:off x="-4150920" y="-1081848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2205298 w 7937989"/>
              <a:gd name="connsiteY41" fmla="*/ 8809311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52545 w 7937989"/>
              <a:gd name="connsiteY40" fmla="*/ 9042946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44057" y="8732456"/>
                </a:moveTo>
                <a:cubicBezTo>
                  <a:pt x="1498012" y="8646929"/>
                  <a:pt x="1366449" y="8409114"/>
                  <a:pt x="1329785" y="8275951"/>
                </a:cubicBezTo>
                <a:cubicBezTo>
                  <a:pt x="1293121" y="8142789"/>
                  <a:pt x="1373405" y="8121188"/>
                  <a:pt x="1324072" y="7933481"/>
                </a:cubicBezTo>
                <a:cubicBezTo>
                  <a:pt x="1274739" y="7745774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76244" y="10207385"/>
                  <a:pt x="2964187" y="10009023"/>
                </a:cubicBezTo>
                <a:cubicBezTo>
                  <a:pt x="2652130" y="9810661"/>
                  <a:pt x="2436108" y="9545922"/>
                  <a:pt x="2267501" y="9384909"/>
                </a:cubicBezTo>
                <a:cubicBezTo>
                  <a:pt x="2098894" y="9223896"/>
                  <a:pt x="2022946" y="9110157"/>
                  <a:pt x="1952545" y="9042946"/>
                </a:cubicBezTo>
                <a:cubicBezTo>
                  <a:pt x="1882144" y="8975735"/>
                  <a:pt x="1637056" y="8967130"/>
                  <a:pt x="1845094" y="8981644"/>
                </a:cubicBezTo>
                <a:cubicBezTo>
                  <a:pt x="2053132" y="8996158"/>
                  <a:pt x="1656226" y="8830644"/>
                  <a:pt x="1606053" y="8789113"/>
                </a:cubicBezTo>
                <a:cubicBezTo>
                  <a:pt x="1555880" y="8747582"/>
                  <a:pt x="1590102" y="8817983"/>
                  <a:pt x="1544057" y="873245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75CDC88-4B25-D0DB-54CF-2065F3A48D89}"/>
              </a:ext>
            </a:extLst>
          </p:cNvPr>
          <p:cNvSpPr/>
          <p:nvPr/>
        </p:nvSpPr>
        <p:spPr>
          <a:xfrm rot="8781249">
            <a:off x="7214325" y="-2578093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B19738-0647-8B03-FEFF-E3844C650AB1}"/>
              </a:ext>
            </a:extLst>
          </p:cNvPr>
          <p:cNvSpPr txBox="1"/>
          <p:nvPr/>
        </p:nvSpPr>
        <p:spPr>
          <a:xfrm>
            <a:off x="1757070" y="744572"/>
            <a:ext cx="990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Arial Black" panose="020B0A04020102020204" pitchFamily="34" charset="0"/>
              </a:rPr>
              <a:t>СЦЕНАРИЙ ВОЛОНТЕРА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4675CAC-CA48-6263-E74D-7F74B993C79B}"/>
              </a:ext>
            </a:extLst>
          </p:cNvPr>
          <p:cNvSpPr/>
          <p:nvPr/>
        </p:nvSpPr>
        <p:spPr>
          <a:xfrm>
            <a:off x="1307800" y="2227792"/>
            <a:ext cx="2170505" cy="707886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ОБУЧЕНИЕ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0A7C9C6-F969-F2A8-D777-E607F2DC0B55}"/>
              </a:ext>
            </a:extLst>
          </p:cNvPr>
          <p:cNvSpPr/>
          <p:nvPr/>
        </p:nvSpPr>
        <p:spPr>
          <a:xfrm>
            <a:off x="3775466" y="2232622"/>
            <a:ext cx="2042628" cy="707886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ПРАКТИКА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6008400-504A-49A0-9B0C-A175AE411CEF}"/>
              </a:ext>
            </a:extLst>
          </p:cNvPr>
          <p:cNvSpPr/>
          <p:nvPr/>
        </p:nvSpPr>
        <p:spPr>
          <a:xfrm>
            <a:off x="6115256" y="2227792"/>
            <a:ext cx="2472932" cy="707886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РЕАЛЬНАЯ ТЕРРИТОРИЯ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62F4AD5-E431-F40E-582D-11F5D5A08CA4}"/>
              </a:ext>
            </a:extLst>
          </p:cNvPr>
          <p:cNvSpPr/>
          <p:nvPr/>
        </p:nvSpPr>
        <p:spPr>
          <a:xfrm>
            <a:off x="8885349" y="2227792"/>
            <a:ext cx="2061721" cy="707886"/>
          </a:xfrm>
          <a:prstGeom prst="roundRect">
            <a:avLst>
              <a:gd name="adj" fmla="val 50000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9900FF"/>
                </a:solidFill>
                <a:latin typeface="Arial Black" panose="020B0A04020102020204" pitchFamily="34" charset="0"/>
              </a:rPr>
              <a:t>УЧАСТИЕ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D6A367C-B2A4-4BB4-6E48-A805E76CC329}"/>
              </a:ext>
            </a:extLst>
          </p:cNvPr>
          <p:cNvSpPr/>
          <p:nvPr/>
        </p:nvSpPr>
        <p:spPr>
          <a:xfrm>
            <a:off x="1307801" y="3176962"/>
            <a:ext cx="9639269" cy="2590300"/>
          </a:xfrm>
          <a:prstGeom prst="roundRect">
            <a:avLst>
              <a:gd name="adj" fmla="val 8707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1. Проходит мини-курс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2. Работает со спутниковыми снимками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3. Находит экологические аномалии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4. Изучает реальные проблемные участки</a:t>
            </a:r>
            <a:r>
              <a:rPr lang="en-US" sz="2400" dirty="0">
                <a:latin typeface="Arial Black" panose="020B0A04020102020204" pitchFamily="34" charset="0"/>
              </a:rPr>
              <a:t>;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5. Записывается на экологическое мероприятие</a:t>
            </a:r>
            <a:r>
              <a:rPr lang="en-US" sz="2400" dirty="0">
                <a:latin typeface="Arial Black" panose="020B0A04020102020204" pitchFamily="34" charset="0"/>
              </a:rPr>
              <a:t>.</a:t>
            </a:r>
            <a:endParaRPr lang="ru-RU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8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16EB-91AA-F079-5538-A838B4B0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C273992A-1160-772D-CB7C-1537D87F8D13}"/>
              </a:ext>
            </a:extLst>
          </p:cNvPr>
          <p:cNvSpPr/>
          <p:nvPr/>
        </p:nvSpPr>
        <p:spPr>
          <a:xfrm rot="8179632">
            <a:off x="-4930515" y="-2659971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51393 w 7937989"/>
              <a:gd name="connsiteY42" fmla="*/ 8336091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69405 w 7937989"/>
              <a:gd name="connsiteY41" fmla="*/ 8224470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2205298 w 7937989"/>
              <a:gd name="connsiteY41" fmla="*/ 8809311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296521 w 7937989"/>
              <a:gd name="connsiteY42" fmla="*/ 8959950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595264 w 7937989"/>
              <a:gd name="connsiteY41" fmla="*/ 918305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16776 w 7937989"/>
              <a:gd name="connsiteY40" fmla="*/ 9399717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  <a:gd name="connsiteX0" fmla="*/ 1544057 w 7937989"/>
              <a:gd name="connsiteY0" fmla="*/ 8732456 h 10925040"/>
              <a:gd name="connsiteX1" fmla="*/ 1329785 w 7937989"/>
              <a:gd name="connsiteY1" fmla="*/ 827595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52545 w 7937989"/>
              <a:gd name="connsiteY40" fmla="*/ 9042946 h 10925040"/>
              <a:gd name="connsiteX41" fmla="*/ 1845094 w 7937989"/>
              <a:gd name="connsiteY41" fmla="*/ 8981644 h 10925040"/>
              <a:gd name="connsiteX42" fmla="*/ 1606053 w 7937989"/>
              <a:gd name="connsiteY42" fmla="*/ 8789113 h 10925040"/>
              <a:gd name="connsiteX43" fmla="*/ 1544057 w 7937989"/>
              <a:gd name="connsiteY43" fmla="*/ 873245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44057" y="8732456"/>
                </a:moveTo>
                <a:cubicBezTo>
                  <a:pt x="1498012" y="8646929"/>
                  <a:pt x="1366449" y="8409114"/>
                  <a:pt x="1329785" y="8275951"/>
                </a:cubicBezTo>
                <a:cubicBezTo>
                  <a:pt x="1293121" y="8142789"/>
                  <a:pt x="1373405" y="8121188"/>
                  <a:pt x="1324072" y="7933481"/>
                </a:cubicBezTo>
                <a:cubicBezTo>
                  <a:pt x="1274739" y="7745774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76244" y="10207385"/>
                  <a:pt x="2964187" y="10009023"/>
                </a:cubicBezTo>
                <a:cubicBezTo>
                  <a:pt x="2652130" y="9810661"/>
                  <a:pt x="2436108" y="9545922"/>
                  <a:pt x="2267501" y="9384909"/>
                </a:cubicBezTo>
                <a:cubicBezTo>
                  <a:pt x="2098894" y="9223896"/>
                  <a:pt x="2022946" y="9110157"/>
                  <a:pt x="1952545" y="9042946"/>
                </a:cubicBezTo>
                <a:cubicBezTo>
                  <a:pt x="1882144" y="8975735"/>
                  <a:pt x="1637056" y="8967130"/>
                  <a:pt x="1845094" y="8981644"/>
                </a:cubicBezTo>
                <a:cubicBezTo>
                  <a:pt x="2053132" y="8996158"/>
                  <a:pt x="1656226" y="8830644"/>
                  <a:pt x="1606053" y="8789113"/>
                </a:cubicBezTo>
                <a:cubicBezTo>
                  <a:pt x="1555880" y="8747582"/>
                  <a:pt x="1590102" y="8817983"/>
                  <a:pt x="1544057" y="873245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4554B1ED-4C70-13D5-3533-037C446DDF52}"/>
              </a:ext>
            </a:extLst>
          </p:cNvPr>
          <p:cNvSpPr/>
          <p:nvPr/>
        </p:nvSpPr>
        <p:spPr>
          <a:xfrm rot="8781249">
            <a:off x="8510763" y="-2371161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E6678-E256-0912-6BDE-317649A34872}"/>
              </a:ext>
            </a:extLst>
          </p:cNvPr>
          <p:cNvSpPr txBox="1"/>
          <p:nvPr/>
        </p:nvSpPr>
        <p:spPr>
          <a:xfrm>
            <a:off x="1712259" y="637802"/>
            <a:ext cx="8767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ИНТЕРАКТИВНОЕ ОБУЧЕНИЕ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8DD5DEE-C218-B4B4-1C58-5AF2286C4A91}"/>
              </a:ext>
            </a:extLst>
          </p:cNvPr>
          <p:cNvSpPr/>
          <p:nvPr/>
        </p:nvSpPr>
        <p:spPr>
          <a:xfrm>
            <a:off x="216601" y="1826227"/>
            <a:ext cx="7283310" cy="3949104"/>
          </a:xfrm>
          <a:prstGeom prst="roundRect">
            <a:avLst/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rgbClr val="9900FF"/>
                </a:solidFill>
                <a:latin typeface="Arial Black" panose="020B0A04020102020204" pitchFamily="34" charset="0"/>
              </a:rPr>
              <a:t>Пользователь изучает:</a:t>
            </a:r>
            <a:r>
              <a:rPr lang="ru-RU" sz="2800" dirty="0">
                <a:latin typeface="Arial Black" panose="020B0A04020102020204" pitchFamily="34" charset="0"/>
              </a:rPr>
              <a:t/>
            </a:r>
            <a:br>
              <a:rPr lang="ru-RU" sz="2800" dirty="0"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Как работает ДЗЗ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Как спутники получают данные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Как читать спутниковые снимки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Как находить экологические аномалии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B4DD516-0CDC-E439-5A46-493786078837}"/>
              </a:ext>
            </a:extLst>
          </p:cNvPr>
          <p:cNvSpPr/>
          <p:nvPr/>
        </p:nvSpPr>
        <p:spPr>
          <a:xfrm>
            <a:off x="8984082" y="1826227"/>
            <a:ext cx="2991317" cy="3949104"/>
          </a:xfrm>
          <a:prstGeom prst="roundRect">
            <a:avLst/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Теория сразу переходит в практику.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005EEFA-1B9E-8DAD-29E0-AF79FA54BD1B}"/>
              </a:ext>
            </a:extLst>
          </p:cNvPr>
          <p:cNvSpPr/>
          <p:nvPr/>
        </p:nvSpPr>
        <p:spPr>
          <a:xfrm>
            <a:off x="7686333" y="3756543"/>
            <a:ext cx="1056865" cy="134704"/>
          </a:xfrm>
          <a:prstGeom prst="roundRect">
            <a:avLst>
              <a:gd name="adj" fmla="val 50000"/>
            </a:avLst>
          </a:prstGeom>
          <a:solidFill>
            <a:srgbClr val="571F86">
              <a:alpha val="75000"/>
            </a:srgbClr>
          </a:solidFill>
          <a:ln>
            <a:solidFill>
              <a:srgbClr val="4117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DDFE71F-E0C1-C0E2-AC72-BD5FABF7B548}"/>
              </a:ext>
            </a:extLst>
          </p:cNvPr>
          <p:cNvSpPr/>
          <p:nvPr/>
        </p:nvSpPr>
        <p:spPr>
          <a:xfrm>
            <a:off x="7686333" y="3439632"/>
            <a:ext cx="1056865" cy="134704"/>
          </a:xfrm>
          <a:prstGeom prst="roundRect">
            <a:avLst>
              <a:gd name="adj" fmla="val 50000"/>
            </a:avLst>
          </a:prstGeom>
          <a:solidFill>
            <a:srgbClr val="571F86">
              <a:alpha val="75000"/>
            </a:srgbClr>
          </a:solidFill>
          <a:ln>
            <a:solidFill>
              <a:srgbClr val="4117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945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72D2-9688-9194-9EF4-9FB96D1B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1562A522-87A1-8200-0D14-2DCEA6417DC3}"/>
              </a:ext>
            </a:extLst>
          </p:cNvPr>
          <p:cNvSpPr/>
          <p:nvPr/>
        </p:nvSpPr>
        <p:spPr>
          <a:xfrm rot="3693511">
            <a:off x="7875148" y="-2364196"/>
            <a:ext cx="8619120" cy="10473237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  <a:gd name="connsiteX0" fmla="*/ 4917802 w 5238878"/>
              <a:gd name="connsiteY0" fmla="*/ 6388783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4917802 w 5238878"/>
              <a:gd name="connsiteY14" fmla="*/ 6388783 h 6605173"/>
              <a:gd name="connsiteX0" fmla="*/ 4917802 w 5238878"/>
              <a:gd name="connsiteY0" fmla="*/ 6388783 h 6605173"/>
              <a:gd name="connsiteX1" fmla="*/ 4509336 w 5238878"/>
              <a:gd name="connsiteY1" fmla="*/ 6448728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4917802 w 5238878"/>
              <a:gd name="connsiteY14" fmla="*/ 6388783 h 6605173"/>
              <a:gd name="connsiteX0" fmla="*/ 4917802 w 5238878"/>
              <a:gd name="connsiteY0" fmla="*/ 6388783 h 6664526"/>
              <a:gd name="connsiteX1" fmla="*/ 4509336 w 5238878"/>
              <a:gd name="connsiteY1" fmla="*/ 6448728 h 6664526"/>
              <a:gd name="connsiteX2" fmla="*/ 2308809 w 5238878"/>
              <a:gd name="connsiteY2" fmla="*/ 5772512 h 6664526"/>
              <a:gd name="connsiteX3" fmla="*/ 495249 w 5238878"/>
              <a:gd name="connsiteY3" fmla="*/ 4522832 h 6664526"/>
              <a:gd name="connsiteX4" fmla="*/ 45669 w 5238878"/>
              <a:gd name="connsiteY4" fmla="*/ 3425552 h 6664526"/>
              <a:gd name="connsiteX5" fmla="*/ 68529 w 5238878"/>
              <a:gd name="connsiteY5" fmla="*/ 2503532 h 6664526"/>
              <a:gd name="connsiteX6" fmla="*/ 518109 w 5238878"/>
              <a:gd name="connsiteY6" fmla="*/ 1543412 h 6664526"/>
              <a:gd name="connsiteX7" fmla="*/ 1302969 w 5238878"/>
              <a:gd name="connsiteY7" fmla="*/ 1421492 h 6664526"/>
              <a:gd name="connsiteX8" fmla="*/ 2430729 w 5238878"/>
              <a:gd name="connsiteY8" fmla="*/ 994772 h 6664526"/>
              <a:gd name="connsiteX9" fmla="*/ 3817569 w 5238878"/>
              <a:gd name="connsiteY9" fmla="*/ 994772 h 6664526"/>
              <a:gd name="connsiteX10" fmla="*/ 5143449 w 5238878"/>
              <a:gd name="connsiteY10" fmla="*/ 270872 h 6664526"/>
              <a:gd name="connsiteX11" fmla="*/ 5128209 w 5238878"/>
              <a:gd name="connsiteY11" fmla="*/ 6176372 h 6664526"/>
              <a:gd name="connsiteX12" fmla="*/ 5082489 w 5238878"/>
              <a:gd name="connsiteY12" fmla="*/ 6153512 h 6664526"/>
              <a:gd name="connsiteX13" fmla="*/ 5065487 w 5238878"/>
              <a:gd name="connsiteY13" fmla="*/ 6660720 h 6664526"/>
              <a:gd name="connsiteX14" fmla="*/ 4917802 w 5238878"/>
              <a:gd name="connsiteY14" fmla="*/ 6388783 h 6664526"/>
              <a:gd name="connsiteX0" fmla="*/ 4917802 w 5468292"/>
              <a:gd name="connsiteY0" fmla="*/ 6368377 h 6644120"/>
              <a:gd name="connsiteX1" fmla="*/ 4509336 w 5468292"/>
              <a:gd name="connsiteY1" fmla="*/ 6428322 h 6644120"/>
              <a:gd name="connsiteX2" fmla="*/ 2308809 w 5468292"/>
              <a:gd name="connsiteY2" fmla="*/ 5752106 h 6644120"/>
              <a:gd name="connsiteX3" fmla="*/ 495249 w 5468292"/>
              <a:gd name="connsiteY3" fmla="*/ 4502426 h 6644120"/>
              <a:gd name="connsiteX4" fmla="*/ 45669 w 5468292"/>
              <a:gd name="connsiteY4" fmla="*/ 3405146 h 6644120"/>
              <a:gd name="connsiteX5" fmla="*/ 68529 w 5468292"/>
              <a:gd name="connsiteY5" fmla="*/ 2483126 h 6644120"/>
              <a:gd name="connsiteX6" fmla="*/ 518109 w 5468292"/>
              <a:gd name="connsiteY6" fmla="*/ 1523006 h 6644120"/>
              <a:gd name="connsiteX7" fmla="*/ 1302969 w 5468292"/>
              <a:gd name="connsiteY7" fmla="*/ 1401086 h 6644120"/>
              <a:gd name="connsiteX8" fmla="*/ 2430729 w 5468292"/>
              <a:gd name="connsiteY8" fmla="*/ 974366 h 6644120"/>
              <a:gd name="connsiteX9" fmla="*/ 3817569 w 5468292"/>
              <a:gd name="connsiteY9" fmla="*/ 974366 h 6644120"/>
              <a:gd name="connsiteX10" fmla="*/ 5143449 w 5468292"/>
              <a:gd name="connsiteY10" fmla="*/ 250466 h 6644120"/>
              <a:gd name="connsiteX11" fmla="*/ 5467225 w 5468292"/>
              <a:gd name="connsiteY11" fmla="*/ 5852903 h 6644120"/>
              <a:gd name="connsiteX12" fmla="*/ 5082489 w 5468292"/>
              <a:gd name="connsiteY12" fmla="*/ 6133106 h 6644120"/>
              <a:gd name="connsiteX13" fmla="*/ 5065487 w 5468292"/>
              <a:gd name="connsiteY13" fmla="*/ 6640314 h 6644120"/>
              <a:gd name="connsiteX14" fmla="*/ 4917802 w 5468292"/>
              <a:gd name="connsiteY14" fmla="*/ 6368377 h 6644120"/>
              <a:gd name="connsiteX0" fmla="*/ 4917802 w 5474293"/>
              <a:gd name="connsiteY0" fmla="*/ 6368377 h 6657278"/>
              <a:gd name="connsiteX1" fmla="*/ 4509336 w 5474293"/>
              <a:gd name="connsiteY1" fmla="*/ 6428322 h 6657278"/>
              <a:gd name="connsiteX2" fmla="*/ 2308809 w 5474293"/>
              <a:gd name="connsiteY2" fmla="*/ 5752106 h 6657278"/>
              <a:gd name="connsiteX3" fmla="*/ 495249 w 5474293"/>
              <a:gd name="connsiteY3" fmla="*/ 4502426 h 6657278"/>
              <a:gd name="connsiteX4" fmla="*/ 45669 w 5474293"/>
              <a:gd name="connsiteY4" fmla="*/ 3405146 h 6657278"/>
              <a:gd name="connsiteX5" fmla="*/ 68529 w 5474293"/>
              <a:gd name="connsiteY5" fmla="*/ 2483126 h 6657278"/>
              <a:gd name="connsiteX6" fmla="*/ 518109 w 5474293"/>
              <a:gd name="connsiteY6" fmla="*/ 1523006 h 6657278"/>
              <a:gd name="connsiteX7" fmla="*/ 1302969 w 5474293"/>
              <a:gd name="connsiteY7" fmla="*/ 1401086 h 6657278"/>
              <a:gd name="connsiteX8" fmla="*/ 2430729 w 5474293"/>
              <a:gd name="connsiteY8" fmla="*/ 974366 h 6657278"/>
              <a:gd name="connsiteX9" fmla="*/ 3817569 w 5474293"/>
              <a:gd name="connsiteY9" fmla="*/ 974366 h 6657278"/>
              <a:gd name="connsiteX10" fmla="*/ 5143449 w 5474293"/>
              <a:gd name="connsiteY10" fmla="*/ 250466 h 6657278"/>
              <a:gd name="connsiteX11" fmla="*/ 5467225 w 5474293"/>
              <a:gd name="connsiteY11" fmla="*/ 5852903 h 6657278"/>
              <a:gd name="connsiteX12" fmla="*/ 5369749 w 5474293"/>
              <a:gd name="connsiteY12" fmla="*/ 6622704 h 6657278"/>
              <a:gd name="connsiteX13" fmla="*/ 5065487 w 5474293"/>
              <a:gd name="connsiteY13" fmla="*/ 6640314 h 6657278"/>
              <a:gd name="connsiteX14" fmla="*/ 4917802 w 5474293"/>
              <a:gd name="connsiteY14" fmla="*/ 6368377 h 6657278"/>
              <a:gd name="connsiteX0" fmla="*/ 4742625 w 5474293"/>
              <a:gd name="connsiteY0" fmla="*/ 6694308 h 6703472"/>
              <a:gd name="connsiteX1" fmla="*/ 4509336 w 5474293"/>
              <a:gd name="connsiteY1" fmla="*/ 6428322 h 6703472"/>
              <a:gd name="connsiteX2" fmla="*/ 2308809 w 5474293"/>
              <a:gd name="connsiteY2" fmla="*/ 5752106 h 6703472"/>
              <a:gd name="connsiteX3" fmla="*/ 495249 w 5474293"/>
              <a:gd name="connsiteY3" fmla="*/ 4502426 h 6703472"/>
              <a:gd name="connsiteX4" fmla="*/ 45669 w 5474293"/>
              <a:gd name="connsiteY4" fmla="*/ 3405146 h 6703472"/>
              <a:gd name="connsiteX5" fmla="*/ 68529 w 5474293"/>
              <a:gd name="connsiteY5" fmla="*/ 2483126 h 6703472"/>
              <a:gd name="connsiteX6" fmla="*/ 518109 w 5474293"/>
              <a:gd name="connsiteY6" fmla="*/ 1523006 h 6703472"/>
              <a:gd name="connsiteX7" fmla="*/ 1302969 w 5474293"/>
              <a:gd name="connsiteY7" fmla="*/ 1401086 h 6703472"/>
              <a:gd name="connsiteX8" fmla="*/ 2430729 w 5474293"/>
              <a:gd name="connsiteY8" fmla="*/ 974366 h 6703472"/>
              <a:gd name="connsiteX9" fmla="*/ 3817569 w 5474293"/>
              <a:gd name="connsiteY9" fmla="*/ 974366 h 6703472"/>
              <a:gd name="connsiteX10" fmla="*/ 5143449 w 5474293"/>
              <a:gd name="connsiteY10" fmla="*/ 250466 h 6703472"/>
              <a:gd name="connsiteX11" fmla="*/ 5467225 w 5474293"/>
              <a:gd name="connsiteY11" fmla="*/ 5852903 h 6703472"/>
              <a:gd name="connsiteX12" fmla="*/ 5369749 w 5474293"/>
              <a:gd name="connsiteY12" fmla="*/ 6622704 h 6703472"/>
              <a:gd name="connsiteX13" fmla="*/ 5065487 w 5474293"/>
              <a:gd name="connsiteY13" fmla="*/ 6640314 h 6703472"/>
              <a:gd name="connsiteX14" fmla="*/ 4742625 w 5474293"/>
              <a:gd name="connsiteY14" fmla="*/ 6694308 h 67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74293" h="6703472">
                <a:moveTo>
                  <a:pt x="4742625" y="6694308"/>
                </a:moveTo>
                <a:cubicBezTo>
                  <a:pt x="4649933" y="6658976"/>
                  <a:pt x="4914972" y="6585356"/>
                  <a:pt x="4509336" y="6428322"/>
                </a:cubicBezTo>
                <a:cubicBezTo>
                  <a:pt x="4103700" y="6271288"/>
                  <a:pt x="2977823" y="6073089"/>
                  <a:pt x="2308809" y="5752106"/>
                </a:cubicBezTo>
                <a:cubicBezTo>
                  <a:pt x="1639795" y="5431123"/>
                  <a:pt x="872439" y="4893586"/>
                  <a:pt x="495249" y="4502426"/>
                </a:cubicBezTo>
                <a:cubicBezTo>
                  <a:pt x="118059" y="4111266"/>
                  <a:pt x="116789" y="3741696"/>
                  <a:pt x="45669" y="3405146"/>
                </a:cubicBezTo>
                <a:cubicBezTo>
                  <a:pt x="-25451" y="3068596"/>
                  <a:pt x="-10211" y="2796816"/>
                  <a:pt x="68529" y="2483126"/>
                </a:cubicBezTo>
                <a:cubicBezTo>
                  <a:pt x="147269" y="2169436"/>
                  <a:pt x="312369" y="1703346"/>
                  <a:pt x="518109" y="1523006"/>
                </a:cubicBezTo>
                <a:cubicBezTo>
                  <a:pt x="723849" y="1342666"/>
                  <a:pt x="984199" y="1492526"/>
                  <a:pt x="1302969" y="1401086"/>
                </a:cubicBezTo>
                <a:cubicBezTo>
                  <a:pt x="1621739" y="1309646"/>
                  <a:pt x="2011629" y="1045486"/>
                  <a:pt x="2430729" y="974366"/>
                </a:cubicBezTo>
                <a:cubicBezTo>
                  <a:pt x="2849829" y="903246"/>
                  <a:pt x="3365449" y="1095016"/>
                  <a:pt x="3817569" y="974366"/>
                </a:cubicBezTo>
                <a:cubicBezTo>
                  <a:pt x="4269689" y="853716"/>
                  <a:pt x="4868506" y="-562623"/>
                  <a:pt x="5143449" y="250466"/>
                </a:cubicBezTo>
                <a:cubicBezTo>
                  <a:pt x="5418392" y="1063555"/>
                  <a:pt x="5429508" y="4790863"/>
                  <a:pt x="5467225" y="5852903"/>
                </a:cubicBezTo>
                <a:cubicBezTo>
                  <a:pt x="5504942" y="6914943"/>
                  <a:pt x="5379909" y="6617624"/>
                  <a:pt x="5369749" y="6622704"/>
                </a:cubicBezTo>
                <a:cubicBezTo>
                  <a:pt x="5359589" y="6627784"/>
                  <a:pt x="5170008" y="6628380"/>
                  <a:pt x="5065487" y="6640314"/>
                </a:cubicBezTo>
                <a:cubicBezTo>
                  <a:pt x="4960966" y="6652248"/>
                  <a:pt x="4835317" y="6729640"/>
                  <a:pt x="4742625" y="6694308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09DB089C-4682-6310-E8A7-79E7E441B283}"/>
              </a:ext>
            </a:extLst>
          </p:cNvPr>
          <p:cNvSpPr/>
          <p:nvPr/>
        </p:nvSpPr>
        <p:spPr>
          <a:xfrm rot="19810682">
            <a:off x="-4534347" y="-1631551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2279717 w 7937989"/>
              <a:gd name="connsiteY41" fmla="*/ 9749847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2528374 w 7937989"/>
              <a:gd name="connsiteY40" fmla="*/ 10224276 h 10925040"/>
              <a:gd name="connsiteX41" fmla="*/ 2279717 w 7937989"/>
              <a:gd name="connsiteY41" fmla="*/ 9749847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3047085 w 7937989"/>
              <a:gd name="connsiteY39" fmla="*/ 10622497 h 10925040"/>
              <a:gd name="connsiteX40" fmla="*/ 2528374 w 7937989"/>
              <a:gd name="connsiteY40" fmla="*/ 10224276 h 10925040"/>
              <a:gd name="connsiteX41" fmla="*/ 2279717 w 7937989"/>
              <a:gd name="connsiteY41" fmla="*/ 9749847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990203 w 7937989"/>
              <a:gd name="connsiteY0" fmla="*/ 9224018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3047085 w 7937989"/>
              <a:gd name="connsiteY39" fmla="*/ 10622497 h 10925040"/>
              <a:gd name="connsiteX40" fmla="*/ 2528374 w 7937989"/>
              <a:gd name="connsiteY40" fmla="*/ 10224276 h 10925040"/>
              <a:gd name="connsiteX41" fmla="*/ 2279717 w 7937989"/>
              <a:gd name="connsiteY41" fmla="*/ 9749847 h 10925040"/>
              <a:gd name="connsiteX42" fmla="*/ 3152872 w 7937989"/>
              <a:gd name="connsiteY42" fmla="*/ 8818852 h 10925040"/>
              <a:gd name="connsiteX43" fmla="*/ 1990203 w 7937989"/>
              <a:gd name="connsiteY43" fmla="*/ 9224018 h 10925040"/>
              <a:gd name="connsiteX0" fmla="*/ 1990203 w 7937989"/>
              <a:gd name="connsiteY0" fmla="*/ 9224018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3047085 w 7937989"/>
              <a:gd name="connsiteY39" fmla="*/ 10622497 h 10925040"/>
              <a:gd name="connsiteX40" fmla="*/ 2528374 w 7937989"/>
              <a:gd name="connsiteY40" fmla="*/ 10224276 h 10925040"/>
              <a:gd name="connsiteX41" fmla="*/ 2279717 w 7937989"/>
              <a:gd name="connsiteY41" fmla="*/ 9749847 h 10925040"/>
              <a:gd name="connsiteX42" fmla="*/ 2187433 w 7937989"/>
              <a:gd name="connsiteY42" fmla="*/ 9588434 h 10925040"/>
              <a:gd name="connsiteX43" fmla="*/ 1990203 w 7937989"/>
              <a:gd name="connsiteY43" fmla="*/ 9224018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990203" y="9224018"/>
                </a:moveTo>
                <a:cubicBezTo>
                  <a:pt x="1921300" y="9049793"/>
                  <a:pt x="1885037" y="8758170"/>
                  <a:pt x="1774015" y="8543081"/>
                </a:cubicBezTo>
                <a:cubicBezTo>
                  <a:pt x="1662993" y="8327992"/>
                  <a:pt x="1447443" y="8165710"/>
                  <a:pt x="1324072" y="7933481"/>
                </a:cubicBezTo>
                <a:cubicBezTo>
                  <a:pt x="1200701" y="7701252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146313" y="10001120"/>
                  <a:pt x="2964187" y="10009023"/>
                </a:cubicBezTo>
                <a:cubicBezTo>
                  <a:pt x="2782061" y="10016926"/>
                  <a:pt x="3119720" y="10586622"/>
                  <a:pt x="3047085" y="10622497"/>
                </a:cubicBezTo>
                <a:cubicBezTo>
                  <a:pt x="2974450" y="10658372"/>
                  <a:pt x="2656269" y="10369718"/>
                  <a:pt x="2528374" y="10224276"/>
                </a:cubicBezTo>
                <a:cubicBezTo>
                  <a:pt x="2400479" y="10078834"/>
                  <a:pt x="2071679" y="9735333"/>
                  <a:pt x="2279717" y="9749847"/>
                </a:cubicBezTo>
                <a:cubicBezTo>
                  <a:pt x="2487755" y="9764361"/>
                  <a:pt x="2235685" y="9676072"/>
                  <a:pt x="2187433" y="9588434"/>
                </a:cubicBezTo>
                <a:cubicBezTo>
                  <a:pt x="2139181" y="9500796"/>
                  <a:pt x="2059106" y="9398243"/>
                  <a:pt x="1990203" y="9224018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E3D70-B990-2416-A1FE-8D18F48F98D8}"/>
              </a:ext>
            </a:extLst>
          </p:cNvPr>
          <p:cNvSpPr txBox="1"/>
          <p:nvPr/>
        </p:nvSpPr>
        <p:spPr>
          <a:xfrm>
            <a:off x="3380621" y="370242"/>
            <a:ext cx="54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СИМУЛЯТОР ДЗЗ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7C990F6-8FE3-C65E-FD72-AD4BCD56A015}"/>
              </a:ext>
            </a:extLst>
          </p:cNvPr>
          <p:cNvSpPr/>
          <p:nvPr/>
        </p:nvSpPr>
        <p:spPr>
          <a:xfrm>
            <a:off x="1198138" y="1288513"/>
            <a:ext cx="9788615" cy="1411941"/>
          </a:xfrm>
          <a:prstGeom prst="roundRect">
            <a:avLst>
              <a:gd name="adj" fmla="val 43524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Учимся находить загрязнение на спутниковых снимках</a:t>
            </a:r>
            <a:endParaRPr lang="ru-RU" sz="2400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952BB64-C9AD-BE1B-5EE1-FA33281A5090}"/>
              </a:ext>
            </a:extLst>
          </p:cNvPr>
          <p:cNvSpPr/>
          <p:nvPr/>
        </p:nvSpPr>
        <p:spPr>
          <a:xfrm>
            <a:off x="1205244" y="2910840"/>
            <a:ext cx="9781509" cy="3576918"/>
          </a:xfrm>
          <a:prstGeom prst="roundRect">
            <a:avLst>
              <a:gd name="adj" fmla="val 8505"/>
            </a:avLst>
          </a:prstGeom>
          <a:solidFill>
            <a:srgbClr val="0F0A1F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Пользователь: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получает спутниковый снимок;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использует фильтры и режимы отображения;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анализирует территорию;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выделяет предполагаемую зону загрязнения;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получает результат и объяснение системы.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Не просто изучает — применяет знания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316117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3647B-92C0-572F-7C90-1651236D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5C178567-DD59-6365-90F5-A2F811F9FF09}"/>
              </a:ext>
            </a:extLst>
          </p:cNvPr>
          <p:cNvSpPr/>
          <p:nvPr/>
        </p:nvSpPr>
        <p:spPr>
          <a:xfrm rot="16518847">
            <a:off x="-3439698" y="-1000623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925472 w 7937989"/>
              <a:gd name="connsiteY0" fmla="*/ 9738030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2236922 w 7937989"/>
              <a:gd name="connsiteY41" fmla="*/ 10873258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1368306"/>
              <a:gd name="connsiteX1" fmla="*/ 1524368 w 7937989"/>
              <a:gd name="connsiteY1" fmla="*/ 9350489 h 11368306"/>
              <a:gd name="connsiteX2" fmla="*/ 1324072 w 7937989"/>
              <a:gd name="connsiteY2" fmla="*/ 7933481 h 11368306"/>
              <a:gd name="connsiteX3" fmla="*/ 1033787 w 7937989"/>
              <a:gd name="connsiteY3" fmla="*/ 7149709 h 11368306"/>
              <a:gd name="connsiteX4" fmla="*/ 714472 w 7937989"/>
              <a:gd name="connsiteY4" fmla="*/ 6177252 h 11368306"/>
              <a:gd name="connsiteX5" fmla="*/ 699958 w 7937989"/>
              <a:gd name="connsiteY5" fmla="*/ 5306395 h 11368306"/>
              <a:gd name="connsiteX6" fmla="*/ 627387 w 7937989"/>
              <a:gd name="connsiteY6" fmla="*/ 4725823 h 11368306"/>
              <a:gd name="connsiteX7" fmla="*/ 250015 w 7937989"/>
              <a:gd name="connsiteY7" fmla="*/ 4406509 h 11368306"/>
              <a:gd name="connsiteX8" fmla="*/ 17787 w 7937989"/>
              <a:gd name="connsiteY8" fmla="*/ 4000109 h 11368306"/>
              <a:gd name="connsiteX9" fmla="*/ 32301 w 7937989"/>
              <a:gd name="connsiteY9" fmla="*/ 3361481 h 11368306"/>
              <a:gd name="connsiteX10" fmla="*/ 162930 w 7937989"/>
              <a:gd name="connsiteY10" fmla="*/ 2679309 h 11368306"/>
              <a:gd name="connsiteX11" fmla="*/ 322587 w 7937989"/>
              <a:gd name="connsiteY11" fmla="*/ 2156795 h 11368306"/>
              <a:gd name="connsiteX12" fmla="*/ 438701 w 7937989"/>
              <a:gd name="connsiteY12" fmla="*/ 1547195 h 11368306"/>
              <a:gd name="connsiteX13" fmla="*/ 583844 w 7937989"/>
              <a:gd name="connsiteY13" fmla="*/ 1111766 h 11368306"/>
              <a:gd name="connsiteX14" fmla="*/ 816072 w 7937989"/>
              <a:gd name="connsiteY14" fmla="*/ 777938 h 11368306"/>
              <a:gd name="connsiteX15" fmla="*/ 1295044 w 7937989"/>
              <a:gd name="connsiteY15" fmla="*/ 298966 h 11368306"/>
              <a:gd name="connsiteX16" fmla="*/ 1715958 w 7937989"/>
              <a:gd name="connsiteY16" fmla="*/ 52223 h 11368306"/>
              <a:gd name="connsiteX17" fmla="*/ 2238472 w 7937989"/>
              <a:gd name="connsiteY17" fmla="*/ 23195 h 11368306"/>
              <a:gd name="connsiteX18" fmla="*/ 2906130 w 7937989"/>
              <a:gd name="connsiteY18" fmla="*/ 327995 h 11368306"/>
              <a:gd name="connsiteX19" fmla="*/ 3559272 w 7937989"/>
              <a:gd name="connsiteY19" fmla="*/ 603766 h 11368306"/>
              <a:gd name="connsiteX20" fmla="*/ 4255958 w 7937989"/>
              <a:gd name="connsiteY20" fmla="*/ 734395 h 11368306"/>
              <a:gd name="connsiteX21" fmla="*/ 4967158 w 7937989"/>
              <a:gd name="connsiteY21" fmla="*/ 792452 h 11368306"/>
              <a:gd name="connsiteX22" fmla="*/ 5663844 w 7937989"/>
              <a:gd name="connsiteY22" fmla="*/ 879538 h 11368306"/>
              <a:gd name="connsiteX23" fmla="*/ 6012187 w 7937989"/>
              <a:gd name="connsiteY23" fmla="*/ 1126281 h 11368306"/>
              <a:gd name="connsiteX24" fmla="*/ 6026701 w 7937989"/>
              <a:gd name="connsiteY24" fmla="*/ 1605252 h 11368306"/>
              <a:gd name="connsiteX25" fmla="*/ 6491158 w 7937989"/>
              <a:gd name="connsiteY25" fmla="*/ 1924566 h 11368306"/>
              <a:gd name="connsiteX26" fmla="*/ 6999158 w 7937989"/>
              <a:gd name="connsiteY26" fmla="*/ 2171309 h 11368306"/>
              <a:gd name="connsiteX27" fmla="*/ 7362015 w 7937989"/>
              <a:gd name="connsiteY27" fmla="*/ 2621252 h 11368306"/>
              <a:gd name="connsiteX28" fmla="*/ 7463615 w 7937989"/>
              <a:gd name="connsiteY28" fmla="*/ 3434052 h 11368306"/>
              <a:gd name="connsiteX29" fmla="*/ 7928072 w 7937989"/>
              <a:gd name="connsiteY29" fmla="*/ 4508109 h 11368306"/>
              <a:gd name="connsiteX30" fmla="*/ 7710358 w 7937989"/>
              <a:gd name="connsiteY30" fmla="*/ 5335423 h 11368306"/>
              <a:gd name="connsiteX31" fmla="*/ 6912072 w 7937989"/>
              <a:gd name="connsiteY31" fmla="*/ 5799881 h 11368306"/>
              <a:gd name="connsiteX32" fmla="*/ 6200872 w 7937989"/>
              <a:gd name="connsiteY32" fmla="*/ 6409481 h 11368306"/>
              <a:gd name="connsiteX33" fmla="*/ 6316987 w 7937989"/>
              <a:gd name="connsiteY33" fmla="*/ 7701252 h 11368306"/>
              <a:gd name="connsiteX34" fmla="*/ 6999158 w 7937989"/>
              <a:gd name="connsiteY34" fmla="*/ 8920452 h 11368306"/>
              <a:gd name="connsiteX35" fmla="*/ 7071730 w 7937989"/>
              <a:gd name="connsiteY35" fmla="*/ 10662166 h 11368306"/>
              <a:gd name="connsiteX36" fmla="*/ 5475158 w 7937989"/>
              <a:gd name="connsiteY36" fmla="*/ 10908909 h 11368306"/>
              <a:gd name="connsiteX37" fmla="*/ 4139844 w 7937989"/>
              <a:gd name="connsiteY37" fmla="*/ 10575081 h 11368306"/>
              <a:gd name="connsiteX38" fmla="*/ 2964187 w 7937989"/>
              <a:gd name="connsiteY38" fmla="*/ 10009023 h 11368306"/>
              <a:gd name="connsiteX39" fmla="*/ 2267501 w 7937989"/>
              <a:gd name="connsiteY39" fmla="*/ 9384909 h 11368306"/>
              <a:gd name="connsiteX40" fmla="*/ 1807082 w 7937989"/>
              <a:gd name="connsiteY40" fmla="*/ 10214572 h 11368306"/>
              <a:gd name="connsiteX41" fmla="*/ 2236922 w 7937989"/>
              <a:gd name="connsiteY41" fmla="*/ 10873258 h 11368306"/>
              <a:gd name="connsiteX42" fmla="*/ 1786261 w 7937989"/>
              <a:gd name="connsiteY42" fmla="*/ 11333108 h 11368306"/>
              <a:gd name="connsiteX43" fmla="*/ 1925472 w 7937989"/>
              <a:gd name="connsiteY43" fmla="*/ 9738030 h 1136830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807082 w 7937989"/>
              <a:gd name="connsiteY40" fmla="*/ 10214572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2585985 w 7937989"/>
              <a:gd name="connsiteY40" fmla="*/ 10318936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986099 w 7937989"/>
              <a:gd name="connsiteY40" fmla="*/ 10352635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73861"/>
              <a:gd name="connsiteX1" fmla="*/ 1524368 w 7937989"/>
              <a:gd name="connsiteY1" fmla="*/ 9350489 h 11373861"/>
              <a:gd name="connsiteX2" fmla="*/ 1324072 w 7937989"/>
              <a:gd name="connsiteY2" fmla="*/ 7933481 h 11373861"/>
              <a:gd name="connsiteX3" fmla="*/ 1033787 w 7937989"/>
              <a:gd name="connsiteY3" fmla="*/ 7149709 h 11373861"/>
              <a:gd name="connsiteX4" fmla="*/ 714472 w 7937989"/>
              <a:gd name="connsiteY4" fmla="*/ 6177252 h 11373861"/>
              <a:gd name="connsiteX5" fmla="*/ 699958 w 7937989"/>
              <a:gd name="connsiteY5" fmla="*/ 5306395 h 11373861"/>
              <a:gd name="connsiteX6" fmla="*/ 627387 w 7937989"/>
              <a:gd name="connsiteY6" fmla="*/ 4725823 h 11373861"/>
              <a:gd name="connsiteX7" fmla="*/ 250015 w 7937989"/>
              <a:gd name="connsiteY7" fmla="*/ 4406509 h 11373861"/>
              <a:gd name="connsiteX8" fmla="*/ 17787 w 7937989"/>
              <a:gd name="connsiteY8" fmla="*/ 4000109 h 11373861"/>
              <a:gd name="connsiteX9" fmla="*/ 32301 w 7937989"/>
              <a:gd name="connsiteY9" fmla="*/ 3361481 h 11373861"/>
              <a:gd name="connsiteX10" fmla="*/ 162930 w 7937989"/>
              <a:gd name="connsiteY10" fmla="*/ 2679309 h 11373861"/>
              <a:gd name="connsiteX11" fmla="*/ 322587 w 7937989"/>
              <a:gd name="connsiteY11" fmla="*/ 2156795 h 11373861"/>
              <a:gd name="connsiteX12" fmla="*/ 438701 w 7937989"/>
              <a:gd name="connsiteY12" fmla="*/ 1547195 h 11373861"/>
              <a:gd name="connsiteX13" fmla="*/ 583844 w 7937989"/>
              <a:gd name="connsiteY13" fmla="*/ 1111766 h 11373861"/>
              <a:gd name="connsiteX14" fmla="*/ 816072 w 7937989"/>
              <a:gd name="connsiteY14" fmla="*/ 777938 h 11373861"/>
              <a:gd name="connsiteX15" fmla="*/ 1295044 w 7937989"/>
              <a:gd name="connsiteY15" fmla="*/ 298966 h 11373861"/>
              <a:gd name="connsiteX16" fmla="*/ 1715958 w 7937989"/>
              <a:gd name="connsiteY16" fmla="*/ 52223 h 11373861"/>
              <a:gd name="connsiteX17" fmla="*/ 2238472 w 7937989"/>
              <a:gd name="connsiteY17" fmla="*/ 23195 h 11373861"/>
              <a:gd name="connsiteX18" fmla="*/ 2906130 w 7937989"/>
              <a:gd name="connsiteY18" fmla="*/ 327995 h 11373861"/>
              <a:gd name="connsiteX19" fmla="*/ 3559272 w 7937989"/>
              <a:gd name="connsiteY19" fmla="*/ 603766 h 11373861"/>
              <a:gd name="connsiteX20" fmla="*/ 4255958 w 7937989"/>
              <a:gd name="connsiteY20" fmla="*/ 734395 h 11373861"/>
              <a:gd name="connsiteX21" fmla="*/ 4967158 w 7937989"/>
              <a:gd name="connsiteY21" fmla="*/ 792452 h 11373861"/>
              <a:gd name="connsiteX22" fmla="*/ 5663844 w 7937989"/>
              <a:gd name="connsiteY22" fmla="*/ 879538 h 11373861"/>
              <a:gd name="connsiteX23" fmla="*/ 6012187 w 7937989"/>
              <a:gd name="connsiteY23" fmla="*/ 1126281 h 11373861"/>
              <a:gd name="connsiteX24" fmla="*/ 6026701 w 7937989"/>
              <a:gd name="connsiteY24" fmla="*/ 1605252 h 11373861"/>
              <a:gd name="connsiteX25" fmla="*/ 6491158 w 7937989"/>
              <a:gd name="connsiteY25" fmla="*/ 1924566 h 11373861"/>
              <a:gd name="connsiteX26" fmla="*/ 6999158 w 7937989"/>
              <a:gd name="connsiteY26" fmla="*/ 2171309 h 11373861"/>
              <a:gd name="connsiteX27" fmla="*/ 7362015 w 7937989"/>
              <a:gd name="connsiteY27" fmla="*/ 2621252 h 11373861"/>
              <a:gd name="connsiteX28" fmla="*/ 7463615 w 7937989"/>
              <a:gd name="connsiteY28" fmla="*/ 3434052 h 11373861"/>
              <a:gd name="connsiteX29" fmla="*/ 7928072 w 7937989"/>
              <a:gd name="connsiteY29" fmla="*/ 4508109 h 11373861"/>
              <a:gd name="connsiteX30" fmla="*/ 7710358 w 7937989"/>
              <a:gd name="connsiteY30" fmla="*/ 5335423 h 11373861"/>
              <a:gd name="connsiteX31" fmla="*/ 6912072 w 7937989"/>
              <a:gd name="connsiteY31" fmla="*/ 5799881 h 11373861"/>
              <a:gd name="connsiteX32" fmla="*/ 6200872 w 7937989"/>
              <a:gd name="connsiteY32" fmla="*/ 6409481 h 11373861"/>
              <a:gd name="connsiteX33" fmla="*/ 6316987 w 7937989"/>
              <a:gd name="connsiteY33" fmla="*/ 7701252 h 11373861"/>
              <a:gd name="connsiteX34" fmla="*/ 6999158 w 7937989"/>
              <a:gd name="connsiteY34" fmla="*/ 8920452 h 11373861"/>
              <a:gd name="connsiteX35" fmla="*/ 7071730 w 7937989"/>
              <a:gd name="connsiteY35" fmla="*/ 10662166 h 11373861"/>
              <a:gd name="connsiteX36" fmla="*/ 5475158 w 7937989"/>
              <a:gd name="connsiteY36" fmla="*/ 10908909 h 11373861"/>
              <a:gd name="connsiteX37" fmla="*/ 4139844 w 7937989"/>
              <a:gd name="connsiteY37" fmla="*/ 10575081 h 11373861"/>
              <a:gd name="connsiteX38" fmla="*/ 2964187 w 7937989"/>
              <a:gd name="connsiteY38" fmla="*/ 10009023 h 11373861"/>
              <a:gd name="connsiteX39" fmla="*/ 2267501 w 7937989"/>
              <a:gd name="connsiteY39" fmla="*/ 9384909 h 11373861"/>
              <a:gd name="connsiteX40" fmla="*/ 1986099 w 7937989"/>
              <a:gd name="connsiteY40" fmla="*/ 10352635 h 11373861"/>
              <a:gd name="connsiteX41" fmla="*/ 1935117 w 7937989"/>
              <a:gd name="connsiteY41" fmla="*/ 10965296 h 11373861"/>
              <a:gd name="connsiteX42" fmla="*/ 1786261 w 7937989"/>
              <a:gd name="connsiteY42" fmla="*/ 11333108 h 11373861"/>
              <a:gd name="connsiteX43" fmla="*/ 1424324 w 7937989"/>
              <a:gd name="connsiteY43" fmla="*/ 9816238 h 11373861"/>
              <a:gd name="connsiteX0" fmla="*/ 1424324 w 7937989"/>
              <a:gd name="connsiteY0" fmla="*/ 9816238 h 10965446"/>
              <a:gd name="connsiteX1" fmla="*/ 1524368 w 7937989"/>
              <a:gd name="connsiteY1" fmla="*/ 9350489 h 10965446"/>
              <a:gd name="connsiteX2" fmla="*/ 1324072 w 7937989"/>
              <a:gd name="connsiteY2" fmla="*/ 7933481 h 10965446"/>
              <a:gd name="connsiteX3" fmla="*/ 1033787 w 7937989"/>
              <a:gd name="connsiteY3" fmla="*/ 7149709 h 10965446"/>
              <a:gd name="connsiteX4" fmla="*/ 714472 w 7937989"/>
              <a:gd name="connsiteY4" fmla="*/ 6177252 h 10965446"/>
              <a:gd name="connsiteX5" fmla="*/ 699958 w 7937989"/>
              <a:gd name="connsiteY5" fmla="*/ 5306395 h 10965446"/>
              <a:gd name="connsiteX6" fmla="*/ 627387 w 7937989"/>
              <a:gd name="connsiteY6" fmla="*/ 4725823 h 10965446"/>
              <a:gd name="connsiteX7" fmla="*/ 250015 w 7937989"/>
              <a:gd name="connsiteY7" fmla="*/ 4406509 h 10965446"/>
              <a:gd name="connsiteX8" fmla="*/ 17787 w 7937989"/>
              <a:gd name="connsiteY8" fmla="*/ 4000109 h 10965446"/>
              <a:gd name="connsiteX9" fmla="*/ 32301 w 7937989"/>
              <a:gd name="connsiteY9" fmla="*/ 3361481 h 10965446"/>
              <a:gd name="connsiteX10" fmla="*/ 162930 w 7937989"/>
              <a:gd name="connsiteY10" fmla="*/ 2679309 h 10965446"/>
              <a:gd name="connsiteX11" fmla="*/ 322587 w 7937989"/>
              <a:gd name="connsiteY11" fmla="*/ 2156795 h 10965446"/>
              <a:gd name="connsiteX12" fmla="*/ 438701 w 7937989"/>
              <a:gd name="connsiteY12" fmla="*/ 1547195 h 10965446"/>
              <a:gd name="connsiteX13" fmla="*/ 583844 w 7937989"/>
              <a:gd name="connsiteY13" fmla="*/ 1111766 h 10965446"/>
              <a:gd name="connsiteX14" fmla="*/ 816072 w 7937989"/>
              <a:gd name="connsiteY14" fmla="*/ 777938 h 10965446"/>
              <a:gd name="connsiteX15" fmla="*/ 1295044 w 7937989"/>
              <a:gd name="connsiteY15" fmla="*/ 298966 h 10965446"/>
              <a:gd name="connsiteX16" fmla="*/ 1715958 w 7937989"/>
              <a:gd name="connsiteY16" fmla="*/ 52223 h 10965446"/>
              <a:gd name="connsiteX17" fmla="*/ 2238472 w 7937989"/>
              <a:gd name="connsiteY17" fmla="*/ 23195 h 10965446"/>
              <a:gd name="connsiteX18" fmla="*/ 2906130 w 7937989"/>
              <a:gd name="connsiteY18" fmla="*/ 327995 h 10965446"/>
              <a:gd name="connsiteX19" fmla="*/ 3559272 w 7937989"/>
              <a:gd name="connsiteY19" fmla="*/ 603766 h 10965446"/>
              <a:gd name="connsiteX20" fmla="*/ 4255958 w 7937989"/>
              <a:gd name="connsiteY20" fmla="*/ 734395 h 10965446"/>
              <a:gd name="connsiteX21" fmla="*/ 4967158 w 7937989"/>
              <a:gd name="connsiteY21" fmla="*/ 792452 h 10965446"/>
              <a:gd name="connsiteX22" fmla="*/ 5663844 w 7937989"/>
              <a:gd name="connsiteY22" fmla="*/ 879538 h 10965446"/>
              <a:gd name="connsiteX23" fmla="*/ 6012187 w 7937989"/>
              <a:gd name="connsiteY23" fmla="*/ 1126281 h 10965446"/>
              <a:gd name="connsiteX24" fmla="*/ 6026701 w 7937989"/>
              <a:gd name="connsiteY24" fmla="*/ 1605252 h 10965446"/>
              <a:gd name="connsiteX25" fmla="*/ 6491158 w 7937989"/>
              <a:gd name="connsiteY25" fmla="*/ 1924566 h 10965446"/>
              <a:gd name="connsiteX26" fmla="*/ 6999158 w 7937989"/>
              <a:gd name="connsiteY26" fmla="*/ 2171309 h 10965446"/>
              <a:gd name="connsiteX27" fmla="*/ 7362015 w 7937989"/>
              <a:gd name="connsiteY27" fmla="*/ 2621252 h 10965446"/>
              <a:gd name="connsiteX28" fmla="*/ 7463615 w 7937989"/>
              <a:gd name="connsiteY28" fmla="*/ 3434052 h 10965446"/>
              <a:gd name="connsiteX29" fmla="*/ 7928072 w 7937989"/>
              <a:gd name="connsiteY29" fmla="*/ 4508109 h 10965446"/>
              <a:gd name="connsiteX30" fmla="*/ 7710358 w 7937989"/>
              <a:gd name="connsiteY30" fmla="*/ 5335423 h 10965446"/>
              <a:gd name="connsiteX31" fmla="*/ 6912072 w 7937989"/>
              <a:gd name="connsiteY31" fmla="*/ 5799881 h 10965446"/>
              <a:gd name="connsiteX32" fmla="*/ 6200872 w 7937989"/>
              <a:gd name="connsiteY32" fmla="*/ 6409481 h 10965446"/>
              <a:gd name="connsiteX33" fmla="*/ 6316987 w 7937989"/>
              <a:gd name="connsiteY33" fmla="*/ 7701252 h 10965446"/>
              <a:gd name="connsiteX34" fmla="*/ 6999158 w 7937989"/>
              <a:gd name="connsiteY34" fmla="*/ 8920452 h 10965446"/>
              <a:gd name="connsiteX35" fmla="*/ 7071730 w 7937989"/>
              <a:gd name="connsiteY35" fmla="*/ 10662166 h 10965446"/>
              <a:gd name="connsiteX36" fmla="*/ 5475158 w 7937989"/>
              <a:gd name="connsiteY36" fmla="*/ 10908909 h 10965446"/>
              <a:gd name="connsiteX37" fmla="*/ 4139844 w 7937989"/>
              <a:gd name="connsiteY37" fmla="*/ 10575081 h 10965446"/>
              <a:gd name="connsiteX38" fmla="*/ 2964187 w 7937989"/>
              <a:gd name="connsiteY38" fmla="*/ 10009023 h 10965446"/>
              <a:gd name="connsiteX39" fmla="*/ 2267501 w 7937989"/>
              <a:gd name="connsiteY39" fmla="*/ 9384909 h 10965446"/>
              <a:gd name="connsiteX40" fmla="*/ 1986099 w 7937989"/>
              <a:gd name="connsiteY40" fmla="*/ 10352635 h 10965446"/>
              <a:gd name="connsiteX41" fmla="*/ 1935117 w 7937989"/>
              <a:gd name="connsiteY41" fmla="*/ 10965296 h 10965446"/>
              <a:gd name="connsiteX42" fmla="*/ 1766455 w 7937989"/>
              <a:gd name="connsiteY42" fmla="*/ 9751777 h 10965446"/>
              <a:gd name="connsiteX43" fmla="*/ 1424324 w 7937989"/>
              <a:gd name="connsiteY43" fmla="*/ 9816238 h 10965446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889061 w 7937989"/>
              <a:gd name="connsiteY41" fmla="*/ 9124695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556093 w 7937989"/>
              <a:gd name="connsiteY0" fmla="*/ 94070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556093 w 7937989"/>
              <a:gd name="connsiteY43" fmla="*/ 940702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56093" y="9407026"/>
                </a:moveTo>
                <a:cubicBezTo>
                  <a:pt x="1514588" y="9240326"/>
                  <a:pt x="1458205" y="9065007"/>
                  <a:pt x="1419535" y="8819416"/>
                </a:cubicBezTo>
                <a:cubicBezTo>
                  <a:pt x="1380865" y="8573825"/>
                  <a:pt x="1388363" y="8211765"/>
                  <a:pt x="1324072" y="7933481"/>
                </a:cubicBezTo>
                <a:cubicBezTo>
                  <a:pt x="1259781" y="7655197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61228" y="10068603"/>
                  <a:pt x="2964187" y="10009023"/>
                </a:cubicBezTo>
                <a:cubicBezTo>
                  <a:pt x="2667146" y="9949443"/>
                  <a:pt x="2520612" y="10160329"/>
                  <a:pt x="2357597" y="10217598"/>
                </a:cubicBezTo>
                <a:cubicBezTo>
                  <a:pt x="2194582" y="10274867"/>
                  <a:pt x="2094929" y="10368709"/>
                  <a:pt x="1986099" y="10352635"/>
                </a:cubicBezTo>
                <a:cubicBezTo>
                  <a:pt x="1877269" y="10336561"/>
                  <a:pt x="1496581" y="10106639"/>
                  <a:pt x="1704619" y="10121153"/>
                </a:cubicBezTo>
                <a:cubicBezTo>
                  <a:pt x="1912657" y="10135667"/>
                  <a:pt x="1693317" y="9938639"/>
                  <a:pt x="1668563" y="9819618"/>
                </a:cubicBezTo>
                <a:cubicBezTo>
                  <a:pt x="1643809" y="9700597"/>
                  <a:pt x="1597598" y="9573726"/>
                  <a:pt x="1556093" y="940702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74BD5144-D6CB-C973-E752-1C17EBD4FCB5}"/>
              </a:ext>
            </a:extLst>
          </p:cNvPr>
          <p:cNvSpPr/>
          <p:nvPr/>
        </p:nvSpPr>
        <p:spPr>
          <a:xfrm rot="9901339">
            <a:off x="8508606" y="744938"/>
            <a:ext cx="8248466" cy="10319658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8878" h="6605173">
                <a:moveTo>
                  <a:pt x="5029149" y="6161132"/>
                </a:moveTo>
                <a:cubicBezTo>
                  <a:pt x="5005019" y="6148432"/>
                  <a:pt x="4922469" y="6130652"/>
                  <a:pt x="4922469" y="6130652"/>
                </a:cubicBezTo>
                <a:cubicBezTo>
                  <a:pt x="4469079" y="6065882"/>
                  <a:pt x="3046679" y="6040482"/>
                  <a:pt x="2308809" y="5772512"/>
                </a:cubicBezTo>
                <a:cubicBezTo>
                  <a:pt x="1570939" y="5504542"/>
                  <a:pt x="872439" y="4913992"/>
                  <a:pt x="495249" y="4522832"/>
                </a:cubicBezTo>
                <a:cubicBezTo>
                  <a:pt x="118059" y="4131672"/>
                  <a:pt x="116789" y="3762102"/>
                  <a:pt x="45669" y="3425552"/>
                </a:cubicBezTo>
                <a:cubicBezTo>
                  <a:pt x="-25451" y="3089002"/>
                  <a:pt x="-10211" y="2817222"/>
                  <a:pt x="68529" y="2503532"/>
                </a:cubicBezTo>
                <a:cubicBezTo>
                  <a:pt x="147269" y="2189842"/>
                  <a:pt x="312369" y="1723752"/>
                  <a:pt x="518109" y="1543412"/>
                </a:cubicBezTo>
                <a:cubicBezTo>
                  <a:pt x="723849" y="1363072"/>
                  <a:pt x="984199" y="1512932"/>
                  <a:pt x="1302969" y="1421492"/>
                </a:cubicBezTo>
                <a:cubicBezTo>
                  <a:pt x="1621739" y="1330052"/>
                  <a:pt x="2011629" y="1065892"/>
                  <a:pt x="2430729" y="994772"/>
                </a:cubicBezTo>
                <a:cubicBezTo>
                  <a:pt x="2849829" y="923652"/>
                  <a:pt x="3365449" y="1115422"/>
                  <a:pt x="3817569" y="994772"/>
                </a:cubicBezTo>
                <a:cubicBezTo>
                  <a:pt x="4269689" y="874122"/>
                  <a:pt x="4925009" y="-592728"/>
                  <a:pt x="5143449" y="270872"/>
                </a:cubicBezTo>
                <a:cubicBezTo>
                  <a:pt x="5361889" y="1134472"/>
                  <a:pt x="5138369" y="5195932"/>
                  <a:pt x="5128209" y="6176372"/>
                </a:cubicBezTo>
                <a:cubicBezTo>
                  <a:pt x="5118049" y="7156812"/>
                  <a:pt x="5092649" y="6148432"/>
                  <a:pt x="5082489" y="6153512"/>
                </a:cubicBezTo>
                <a:cubicBezTo>
                  <a:pt x="5072329" y="6158592"/>
                  <a:pt x="5081219" y="6204312"/>
                  <a:pt x="5067249" y="6206852"/>
                </a:cubicBezTo>
                <a:cubicBezTo>
                  <a:pt x="5053279" y="6209392"/>
                  <a:pt x="5053279" y="6173832"/>
                  <a:pt x="5029149" y="6161132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81129-4FE3-5361-1543-5727B095A0C6}"/>
              </a:ext>
            </a:extLst>
          </p:cNvPr>
          <p:cNvSpPr txBox="1"/>
          <p:nvPr/>
        </p:nvSpPr>
        <p:spPr>
          <a:xfrm>
            <a:off x="1440180" y="411480"/>
            <a:ext cx="931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МОНИТОРИНГ «Чистый берег»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88733BD-D117-9AB2-BF05-65DC7E844882}"/>
              </a:ext>
            </a:extLst>
          </p:cNvPr>
          <p:cNvSpPr/>
          <p:nvPr/>
        </p:nvSpPr>
        <p:spPr>
          <a:xfrm>
            <a:off x="516704" y="1558615"/>
            <a:ext cx="11158591" cy="1271807"/>
          </a:xfrm>
          <a:prstGeom prst="roundRect">
            <a:avLst>
              <a:gd name="adj" fmla="val 43524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От учебного задания — к реальной экологической проблеме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9F57221-674F-DFCE-2CE0-1FD37AE39CD4}"/>
              </a:ext>
            </a:extLst>
          </p:cNvPr>
          <p:cNvSpPr/>
          <p:nvPr/>
        </p:nvSpPr>
        <p:spPr>
          <a:xfrm>
            <a:off x="516704" y="3019027"/>
            <a:ext cx="6798496" cy="2885740"/>
          </a:xfrm>
          <a:prstGeom prst="roundRect">
            <a:avLst>
              <a:gd name="adj" fmla="val 8505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latin typeface="Arial Black" panose="020B0A04020102020204" pitchFamily="34" charset="0"/>
              </a:rPr>
              <a:t>На карте пользователь видит: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1. Проблемные участки территорий;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2. Уровень загрязнения;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3. Спутниковые снимки;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4. Дату мероприятия;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5. Количество свободных мест.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E10D338-FA1A-08B2-2469-8F2D3359C2D3}"/>
              </a:ext>
            </a:extLst>
          </p:cNvPr>
          <p:cNvSpPr/>
          <p:nvPr/>
        </p:nvSpPr>
        <p:spPr>
          <a:xfrm>
            <a:off x="7531548" y="3019027"/>
            <a:ext cx="4143747" cy="2885740"/>
          </a:xfrm>
          <a:prstGeom prst="roundRect">
            <a:avLst>
              <a:gd name="adj" fmla="val 10858"/>
            </a:avLst>
          </a:prstGeom>
          <a:solidFill>
            <a:srgbClr val="1A123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После выбора участка — запись на экологическую акцию.</a:t>
            </a:r>
          </a:p>
        </p:txBody>
      </p:sp>
    </p:spTree>
    <p:extLst>
      <p:ext uri="{BB962C8B-B14F-4D97-AF65-F5344CB8AC3E}">
        <p14:creationId xmlns:p14="http://schemas.microsoft.com/office/powerpoint/2010/main" val="412836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5A20-5131-9A19-3503-2478250D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6E7D1FE8-A9FA-C7E1-63AC-BC0C9490F283}"/>
              </a:ext>
            </a:extLst>
          </p:cNvPr>
          <p:cNvSpPr/>
          <p:nvPr/>
        </p:nvSpPr>
        <p:spPr>
          <a:xfrm rot="9901339">
            <a:off x="6767970" y="-2143319"/>
            <a:ext cx="8969466" cy="11179743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  <a:gd name="connsiteX0" fmla="*/ 4530581 w 5238878"/>
              <a:gd name="connsiteY0" fmla="*/ 6642663 h 6642984"/>
              <a:gd name="connsiteX1" fmla="*/ 4922469 w 5238878"/>
              <a:gd name="connsiteY1" fmla="*/ 6130652 h 6642984"/>
              <a:gd name="connsiteX2" fmla="*/ 2308809 w 5238878"/>
              <a:gd name="connsiteY2" fmla="*/ 5772512 h 6642984"/>
              <a:gd name="connsiteX3" fmla="*/ 495249 w 5238878"/>
              <a:gd name="connsiteY3" fmla="*/ 4522832 h 6642984"/>
              <a:gd name="connsiteX4" fmla="*/ 45669 w 5238878"/>
              <a:gd name="connsiteY4" fmla="*/ 3425552 h 6642984"/>
              <a:gd name="connsiteX5" fmla="*/ 68529 w 5238878"/>
              <a:gd name="connsiteY5" fmla="*/ 2503532 h 6642984"/>
              <a:gd name="connsiteX6" fmla="*/ 518109 w 5238878"/>
              <a:gd name="connsiteY6" fmla="*/ 1543412 h 6642984"/>
              <a:gd name="connsiteX7" fmla="*/ 1302969 w 5238878"/>
              <a:gd name="connsiteY7" fmla="*/ 1421492 h 6642984"/>
              <a:gd name="connsiteX8" fmla="*/ 2430729 w 5238878"/>
              <a:gd name="connsiteY8" fmla="*/ 994772 h 6642984"/>
              <a:gd name="connsiteX9" fmla="*/ 3817569 w 5238878"/>
              <a:gd name="connsiteY9" fmla="*/ 994772 h 6642984"/>
              <a:gd name="connsiteX10" fmla="*/ 5143449 w 5238878"/>
              <a:gd name="connsiteY10" fmla="*/ 270872 h 6642984"/>
              <a:gd name="connsiteX11" fmla="*/ 5128209 w 5238878"/>
              <a:gd name="connsiteY11" fmla="*/ 6176372 h 6642984"/>
              <a:gd name="connsiteX12" fmla="*/ 5082489 w 5238878"/>
              <a:gd name="connsiteY12" fmla="*/ 6153512 h 6642984"/>
              <a:gd name="connsiteX13" fmla="*/ 5067249 w 5238878"/>
              <a:gd name="connsiteY13" fmla="*/ 6206852 h 6642984"/>
              <a:gd name="connsiteX14" fmla="*/ 4530581 w 5238878"/>
              <a:gd name="connsiteY14" fmla="*/ 6642663 h 6642984"/>
              <a:gd name="connsiteX0" fmla="*/ 4530581 w 5238878"/>
              <a:gd name="connsiteY0" fmla="*/ 6642663 h 6656346"/>
              <a:gd name="connsiteX1" fmla="*/ 3578534 w 5238878"/>
              <a:gd name="connsiteY1" fmla="*/ 6475146 h 6656346"/>
              <a:gd name="connsiteX2" fmla="*/ 2308809 w 5238878"/>
              <a:gd name="connsiteY2" fmla="*/ 5772512 h 6656346"/>
              <a:gd name="connsiteX3" fmla="*/ 495249 w 5238878"/>
              <a:gd name="connsiteY3" fmla="*/ 4522832 h 6656346"/>
              <a:gd name="connsiteX4" fmla="*/ 45669 w 5238878"/>
              <a:gd name="connsiteY4" fmla="*/ 3425552 h 6656346"/>
              <a:gd name="connsiteX5" fmla="*/ 68529 w 5238878"/>
              <a:gd name="connsiteY5" fmla="*/ 2503532 h 6656346"/>
              <a:gd name="connsiteX6" fmla="*/ 518109 w 5238878"/>
              <a:gd name="connsiteY6" fmla="*/ 1543412 h 6656346"/>
              <a:gd name="connsiteX7" fmla="*/ 1302969 w 5238878"/>
              <a:gd name="connsiteY7" fmla="*/ 1421492 h 6656346"/>
              <a:gd name="connsiteX8" fmla="*/ 2430729 w 5238878"/>
              <a:gd name="connsiteY8" fmla="*/ 994772 h 6656346"/>
              <a:gd name="connsiteX9" fmla="*/ 3817569 w 5238878"/>
              <a:gd name="connsiteY9" fmla="*/ 994772 h 6656346"/>
              <a:gd name="connsiteX10" fmla="*/ 5143449 w 5238878"/>
              <a:gd name="connsiteY10" fmla="*/ 270872 h 6656346"/>
              <a:gd name="connsiteX11" fmla="*/ 5128209 w 5238878"/>
              <a:gd name="connsiteY11" fmla="*/ 6176372 h 6656346"/>
              <a:gd name="connsiteX12" fmla="*/ 5082489 w 5238878"/>
              <a:gd name="connsiteY12" fmla="*/ 6153512 h 6656346"/>
              <a:gd name="connsiteX13" fmla="*/ 5067249 w 5238878"/>
              <a:gd name="connsiteY13" fmla="*/ 6206852 h 6656346"/>
              <a:gd name="connsiteX14" fmla="*/ 4530581 w 5238878"/>
              <a:gd name="connsiteY14" fmla="*/ 6642663 h 6656346"/>
              <a:gd name="connsiteX0" fmla="*/ 4530581 w 5238878"/>
              <a:gd name="connsiteY0" fmla="*/ 6642663 h 6900030"/>
              <a:gd name="connsiteX1" fmla="*/ 3578534 w 5238878"/>
              <a:gd name="connsiteY1" fmla="*/ 6475146 h 6900030"/>
              <a:gd name="connsiteX2" fmla="*/ 2308809 w 5238878"/>
              <a:gd name="connsiteY2" fmla="*/ 5772512 h 6900030"/>
              <a:gd name="connsiteX3" fmla="*/ 495249 w 5238878"/>
              <a:gd name="connsiteY3" fmla="*/ 4522832 h 6900030"/>
              <a:gd name="connsiteX4" fmla="*/ 45669 w 5238878"/>
              <a:gd name="connsiteY4" fmla="*/ 3425552 h 6900030"/>
              <a:gd name="connsiteX5" fmla="*/ 68529 w 5238878"/>
              <a:gd name="connsiteY5" fmla="*/ 2503532 h 6900030"/>
              <a:gd name="connsiteX6" fmla="*/ 518109 w 5238878"/>
              <a:gd name="connsiteY6" fmla="*/ 1543412 h 6900030"/>
              <a:gd name="connsiteX7" fmla="*/ 1302969 w 5238878"/>
              <a:gd name="connsiteY7" fmla="*/ 1421492 h 6900030"/>
              <a:gd name="connsiteX8" fmla="*/ 2430729 w 5238878"/>
              <a:gd name="connsiteY8" fmla="*/ 994772 h 6900030"/>
              <a:gd name="connsiteX9" fmla="*/ 3817569 w 5238878"/>
              <a:gd name="connsiteY9" fmla="*/ 994772 h 6900030"/>
              <a:gd name="connsiteX10" fmla="*/ 5143449 w 5238878"/>
              <a:gd name="connsiteY10" fmla="*/ 270872 h 6900030"/>
              <a:gd name="connsiteX11" fmla="*/ 5128209 w 5238878"/>
              <a:gd name="connsiteY11" fmla="*/ 6176372 h 6900030"/>
              <a:gd name="connsiteX12" fmla="*/ 5082489 w 5238878"/>
              <a:gd name="connsiteY12" fmla="*/ 6153512 h 6900030"/>
              <a:gd name="connsiteX13" fmla="*/ 4957592 w 5238878"/>
              <a:gd name="connsiteY13" fmla="*/ 6884115 h 6900030"/>
              <a:gd name="connsiteX14" fmla="*/ 4530581 w 5238878"/>
              <a:gd name="connsiteY14" fmla="*/ 6642663 h 6900030"/>
              <a:gd name="connsiteX0" fmla="*/ 4530581 w 5694428"/>
              <a:gd name="connsiteY0" fmla="*/ 6661923 h 6919290"/>
              <a:gd name="connsiteX1" fmla="*/ 3578534 w 5694428"/>
              <a:gd name="connsiteY1" fmla="*/ 6494406 h 6919290"/>
              <a:gd name="connsiteX2" fmla="*/ 2308809 w 5694428"/>
              <a:gd name="connsiteY2" fmla="*/ 5791772 h 6919290"/>
              <a:gd name="connsiteX3" fmla="*/ 495249 w 5694428"/>
              <a:gd name="connsiteY3" fmla="*/ 4542092 h 6919290"/>
              <a:gd name="connsiteX4" fmla="*/ 45669 w 5694428"/>
              <a:gd name="connsiteY4" fmla="*/ 3444812 h 6919290"/>
              <a:gd name="connsiteX5" fmla="*/ 68529 w 5694428"/>
              <a:gd name="connsiteY5" fmla="*/ 2522792 h 6919290"/>
              <a:gd name="connsiteX6" fmla="*/ 518109 w 5694428"/>
              <a:gd name="connsiteY6" fmla="*/ 1562672 h 6919290"/>
              <a:gd name="connsiteX7" fmla="*/ 1302969 w 5694428"/>
              <a:gd name="connsiteY7" fmla="*/ 1440752 h 6919290"/>
              <a:gd name="connsiteX8" fmla="*/ 2430729 w 5694428"/>
              <a:gd name="connsiteY8" fmla="*/ 1014032 h 6919290"/>
              <a:gd name="connsiteX9" fmla="*/ 3817569 w 5694428"/>
              <a:gd name="connsiteY9" fmla="*/ 1014032 h 6919290"/>
              <a:gd name="connsiteX10" fmla="*/ 5143449 w 5694428"/>
              <a:gd name="connsiteY10" fmla="*/ 290132 h 6919290"/>
              <a:gd name="connsiteX11" fmla="*/ 5694127 w 5694428"/>
              <a:gd name="connsiteY11" fmla="*/ 6479475 h 6919290"/>
              <a:gd name="connsiteX12" fmla="*/ 5082489 w 5694428"/>
              <a:gd name="connsiteY12" fmla="*/ 6172772 h 6919290"/>
              <a:gd name="connsiteX13" fmla="*/ 4957592 w 5694428"/>
              <a:gd name="connsiteY13" fmla="*/ 6903375 h 6919290"/>
              <a:gd name="connsiteX14" fmla="*/ 4530581 w 5694428"/>
              <a:gd name="connsiteY14" fmla="*/ 6661923 h 6919290"/>
              <a:gd name="connsiteX0" fmla="*/ 4530581 w 5696809"/>
              <a:gd name="connsiteY0" fmla="*/ 6661923 h 7155677"/>
              <a:gd name="connsiteX1" fmla="*/ 3578534 w 5696809"/>
              <a:gd name="connsiteY1" fmla="*/ 6494406 h 7155677"/>
              <a:gd name="connsiteX2" fmla="*/ 2308809 w 5696809"/>
              <a:gd name="connsiteY2" fmla="*/ 5791772 h 7155677"/>
              <a:gd name="connsiteX3" fmla="*/ 495249 w 5696809"/>
              <a:gd name="connsiteY3" fmla="*/ 4542092 h 7155677"/>
              <a:gd name="connsiteX4" fmla="*/ 45669 w 5696809"/>
              <a:gd name="connsiteY4" fmla="*/ 3444812 h 7155677"/>
              <a:gd name="connsiteX5" fmla="*/ 68529 w 5696809"/>
              <a:gd name="connsiteY5" fmla="*/ 2522792 h 7155677"/>
              <a:gd name="connsiteX6" fmla="*/ 518109 w 5696809"/>
              <a:gd name="connsiteY6" fmla="*/ 1562672 h 7155677"/>
              <a:gd name="connsiteX7" fmla="*/ 1302969 w 5696809"/>
              <a:gd name="connsiteY7" fmla="*/ 1440752 h 7155677"/>
              <a:gd name="connsiteX8" fmla="*/ 2430729 w 5696809"/>
              <a:gd name="connsiteY8" fmla="*/ 1014032 h 7155677"/>
              <a:gd name="connsiteX9" fmla="*/ 3817569 w 5696809"/>
              <a:gd name="connsiteY9" fmla="*/ 1014032 h 7155677"/>
              <a:gd name="connsiteX10" fmla="*/ 5143449 w 5696809"/>
              <a:gd name="connsiteY10" fmla="*/ 290132 h 7155677"/>
              <a:gd name="connsiteX11" fmla="*/ 5694127 w 5696809"/>
              <a:gd name="connsiteY11" fmla="*/ 6479475 h 7155677"/>
              <a:gd name="connsiteX12" fmla="*/ 5364902 w 5696809"/>
              <a:gd name="connsiteY12" fmla="*/ 6996128 h 7155677"/>
              <a:gd name="connsiteX13" fmla="*/ 4957592 w 5696809"/>
              <a:gd name="connsiteY13" fmla="*/ 6903375 h 7155677"/>
              <a:gd name="connsiteX14" fmla="*/ 4530581 w 5696809"/>
              <a:gd name="connsiteY14" fmla="*/ 6661923 h 71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696809" h="7155677">
                <a:moveTo>
                  <a:pt x="4530581" y="6661923"/>
                </a:moveTo>
                <a:cubicBezTo>
                  <a:pt x="4300738" y="6593762"/>
                  <a:pt x="3948829" y="6639431"/>
                  <a:pt x="3578534" y="6494406"/>
                </a:cubicBezTo>
                <a:cubicBezTo>
                  <a:pt x="3208239" y="6349381"/>
                  <a:pt x="2822690" y="6117158"/>
                  <a:pt x="2308809" y="5791772"/>
                </a:cubicBezTo>
                <a:cubicBezTo>
                  <a:pt x="1794928" y="5466386"/>
                  <a:pt x="872439" y="4933252"/>
                  <a:pt x="495249" y="4542092"/>
                </a:cubicBezTo>
                <a:cubicBezTo>
                  <a:pt x="118059" y="4150932"/>
                  <a:pt x="116789" y="3781362"/>
                  <a:pt x="45669" y="3444812"/>
                </a:cubicBezTo>
                <a:cubicBezTo>
                  <a:pt x="-25451" y="3108262"/>
                  <a:pt x="-10211" y="2836482"/>
                  <a:pt x="68529" y="2522792"/>
                </a:cubicBezTo>
                <a:cubicBezTo>
                  <a:pt x="147269" y="2209102"/>
                  <a:pt x="312369" y="1743012"/>
                  <a:pt x="518109" y="1562672"/>
                </a:cubicBezTo>
                <a:cubicBezTo>
                  <a:pt x="723849" y="1382332"/>
                  <a:pt x="984199" y="1532192"/>
                  <a:pt x="1302969" y="1440752"/>
                </a:cubicBezTo>
                <a:cubicBezTo>
                  <a:pt x="1621739" y="1349312"/>
                  <a:pt x="2011629" y="1085152"/>
                  <a:pt x="2430729" y="1014032"/>
                </a:cubicBezTo>
                <a:cubicBezTo>
                  <a:pt x="2849829" y="942912"/>
                  <a:pt x="3365449" y="1134682"/>
                  <a:pt x="3817569" y="1014032"/>
                </a:cubicBezTo>
                <a:cubicBezTo>
                  <a:pt x="4269689" y="893382"/>
                  <a:pt x="4830689" y="-620775"/>
                  <a:pt x="5143449" y="290132"/>
                </a:cubicBezTo>
                <a:cubicBezTo>
                  <a:pt x="5456209" y="1201039"/>
                  <a:pt x="5657218" y="5361809"/>
                  <a:pt x="5694127" y="6479475"/>
                </a:cubicBezTo>
                <a:cubicBezTo>
                  <a:pt x="5731036" y="7597141"/>
                  <a:pt x="5375062" y="6991048"/>
                  <a:pt x="5364902" y="6996128"/>
                </a:cubicBezTo>
                <a:cubicBezTo>
                  <a:pt x="5354742" y="7001208"/>
                  <a:pt x="5096645" y="6959076"/>
                  <a:pt x="4957592" y="6903375"/>
                </a:cubicBezTo>
                <a:cubicBezTo>
                  <a:pt x="4818539" y="6847674"/>
                  <a:pt x="4760424" y="6730084"/>
                  <a:pt x="4530581" y="6661923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5EC70A0C-0C70-2A37-07DE-70433E7B216B}"/>
              </a:ext>
            </a:extLst>
          </p:cNvPr>
          <p:cNvSpPr/>
          <p:nvPr/>
        </p:nvSpPr>
        <p:spPr>
          <a:xfrm rot="16518847">
            <a:off x="-3467549" y="-1465420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925472 w 7937989"/>
              <a:gd name="connsiteY0" fmla="*/ 9738030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2236922 w 7937989"/>
              <a:gd name="connsiteY41" fmla="*/ 10873258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1368306"/>
              <a:gd name="connsiteX1" fmla="*/ 1524368 w 7937989"/>
              <a:gd name="connsiteY1" fmla="*/ 9350489 h 11368306"/>
              <a:gd name="connsiteX2" fmla="*/ 1324072 w 7937989"/>
              <a:gd name="connsiteY2" fmla="*/ 7933481 h 11368306"/>
              <a:gd name="connsiteX3" fmla="*/ 1033787 w 7937989"/>
              <a:gd name="connsiteY3" fmla="*/ 7149709 h 11368306"/>
              <a:gd name="connsiteX4" fmla="*/ 714472 w 7937989"/>
              <a:gd name="connsiteY4" fmla="*/ 6177252 h 11368306"/>
              <a:gd name="connsiteX5" fmla="*/ 699958 w 7937989"/>
              <a:gd name="connsiteY5" fmla="*/ 5306395 h 11368306"/>
              <a:gd name="connsiteX6" fmla="*/ 627387 w 7937989"/>
              <a:gd name="connsiteY6" fmla="*/ 4725823 h 11368306"/>
              <a:gd name="connsiteX7" fmla="*/ 250015 w 7937989"/>
              <a:gd name="connsiteY7" fmla="*/ 4406509 h 11368306"/>
              <a:gd name="connsiteX8" fmla="*/ 17787 w 7937989"/>
              <a:gd name="connsiteY8" fmla="*/ 4000109 h 11368306"/>
              <a:gd name="connsiteX9" fmla="*/ 32301 w 7937989"/>
              <a:gd name="connsiteY9" fmla="*/ 3361481 h 11368306"/>
              <a:gd name="connsiteX10" fmla="*/ 162930 w 7937989"/>
              <a:gd name="connsiteY10" fmla="*/ 2679309 h 11368306"/>
              <a:gd name="connsiteX11" fmla="*/ 322587 w 7937989"/>
              <a:gd name="connsiteY11" fmla="*/ 2156795 h 11368306"/>
              <a:gd name="connsiteX12" fmla="*/ 438701 w 7937989"/>
              <a:gd name="connsiteY12" fmla="*/ 1547195 h 11368306"/>
              <a:gd name="connsiteX13" fmla="*/ 583844 w 7937989"/>
              <a:gd name="connsiteY13" fmla="*/ 1111766 h 11368306"/>
              <a:gd name="connsiteX14" fmla="*/ 816072 w 7937989"/>
              <a:gd name="connsiteY14" fmla="*/ 777938 h 11368306"/>
              <a:gd name="connsiteX15" fmla="*/ 1295044 w 7937989"/>
              <a:gd name="connsiteY15" fmla="*/ 298966 h 11368306"/>
              <a:gd name="connsiteX16" fmla="*/ 1715958 w 7937989"/>
              <a:gd name="connsiteY16" fmla="*/ 52223 h 11368306"/>
              <a:gd name="connsiteX17" fmla="*/ 2238472 w 7937989"/>
              <a:gd name="connsiteY17" fmla="*/ 23195 h 11368306"/>
              <a:gd name="connsiteX18" fmla="*/ 2906130 w 7937989"/>
              <a:gd name="connsiteY18" fmla="*/ 327995 h 11368306"/>
              <a:gd name="connsiteX19" fmla="*/ 3559272 w 7937989"/>
              <a:gd name="connsiteY19" fmla="*/ 603766 h 11368306"/>
              <a:gd name="connsiteX20" fmla="*/ 4255958 w 7937989"/>
              <a:gd name="connsiteY20" fmla="*/ 734395 h 11368306"/>
              <a:gd name="connsiteX21" fmla="*/ 4967158 w 7937989"/>
              <a:gd name="connsiteY21" fmla="*/ 792452 h 11368306"/>
              <a:gd name="connsiteX22" fmla="*/ 5663844 w 7937989"/>
              <a:gd name="connsiteY22" fmla="*/ 879538 h 11368306"/>
              <a:gd name="connsiteX23" fmla="*/ 6012187 w 7937989"/>
              <a:gd name="connsiteY23" fmla="*/ 1126281 h 11368306"/>
              <a:gd name="connsiteX24" fmla="*/ 6026701 w 7937989"/>
              <a:gd name="connsiteY24" fmla="*/ 1605252 h 11368306"/>
              <a:gd name="connsiteX25" fmla="*/ 6491158 w 7937989"/>
              <a:gd name="connsiteY25" fmla="*/ 1924566 h 11368306"/>
              <a:gd name="connsiteX26" fmla="*/ 6999158 w 7937989"/>
              <a:gd name="connsiteY26" fmla="*/ 2171309 h 11368306"/>
              <a:gd name="connsiteX27" fmla="*/ 7362015 w 7937989"/>
              <a:gd name="connsiteY27" fmla="*/ 2621252 h 11368306"/>
              <a:gd name="connsiteX28" fmla="*/ 7463615 w 7937989"/>
              <a:gd name="connsiteY28" fmla="*/ 3434052 h 11368306"/>
              <a:gd name="connsiteX29" fmla="*/ 7928072 w 7937989"/>
              <a:gd name="connsiteY29" fmla="*/ 4508109 h 11368306"/>
              <a:gd name="connsiteX30" fmla="*/ 7710358 w 7937989"/>
              <a:gd name="connsiteY30" fmla="*/ 5335423 h 11368306"/>
              <a:gd name="connsiteX31" fmla="*/ 6912072 w 7937989"/>
              <a:gd name="connsiteY31" fmla="*/ 5799881 h 11368306"/>
              <a:gd name="connsiteX32" fmla="*/ 6200872 w 7937989"/>
              <a:gd name="connsiteY32" fmla="*/ 6409481 h 11368306"/>
              <a:gd name="connsiteX33" fmla="*/ 6316987 w 7937989"/>
              <a:gd name="connsiteY33" fmla="*/ 7701252 h 11368306"/>
              <a:gd name="connsiteX34" fmla="*/ 6999158 w 7937989"/>
              <a:gd name="connsiteY34" fmla="*/ 8920452 h 11368306"/>
              <a:gd name="connsiteX35" fmla="*/ 7071730 w 7937989"/>
              <a:gd name="connsiteY35" fmla="*/ 10662166 h 11368306"/>
              <a:gd name="connsiteX36" fmla="*/ 5475158 w 7937989"/>
              <a:gd name="connsiteY36" fmla="*/ 10908909 h 11368306"/>
              <a:gd name="connsiteX37" fmla="*/ 4139844 w 7937989"/>
              <a:gd name="connsiteY37" fmla="*/ 10575081 h 11368306"/>
              <a:gd name="connsiteX38" fmla="*/ 2964187 w 7937989"/>
              <a:gd name="connsiteY38" fmla="*/ 10009023 h 11368306"/>
              <a:gd name="connsiteX39" fmla="*/ 2267501 w 7937989"/>
              <a:gd name="connsiteY39" fmla="*/ 9384909 h 11368306"/>
              <a:gd name="connsiteX40" fmla="*/ 1807082 w 7937989"/>
              <a:gd name="connsiteY40" fmla="*/ 10214572 h 11368306"/>
              <a:gd name="connsiteX41" fmla="*/ 2236922 w 7937989"/>
              <a:gd name="connsiteY41" fmla="*/ 10873258 h 11368306"/>
              <a:gd name="connsiteX42" fmla="*/ 1786261 w 7937989"/>
              <a:gd name="connsiteY42" fmla="*/ 11333108 h 11368306"/>
              <a:gd name="connsiteX43" fmla="*/ 1925472 w 7937989"/>
              <a:gd name="connsiteY43" fmla="*/ 9738030 h 1136830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807082 w 7937989"/>
              <a:gd name="connsiteY40" fmla="*/ 10214572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2585985 w 7937989"/>
              <a:gd name="connsiteY40" fmla="*/ 10318936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986099 w 7937989"/>
              <a:gd name="connsiteY40" fmla="*/ 10352635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73861"/>
              <a:gd name="connsiteX1" fmla="*/ 1524368 w 7937989"/>
              <a:gd name="connsiteY1" fmla="*/ 9350489 h 11373861"/>
              <a:gd name="connsiteX2" fmla="*/ 1324072 w 7937989"/>
              <a:gd name="connsiteY2" fmla="*/ 7933481 h 11373861"/>
              <a:gd name="connsiteX3" fmla="*/ 1033787 w 7937989"/>
              <a:gd name="connsiteY3" fmla="*/ 7149709 h 11373861"/>
              <a:gd name="connsiteX4" fmla="*/ 714472 w 7937989"/>
              <a:gd name="connsiteY4" fmla="*/ 6177252 h 11373861"/>
              <a:gd name="connsiteX5" fmla="*/ 699958 w 7937989"/>
              <a:gd name="connsiteY5" fmla="*/ 5306395 h 11373861"/>
              <a:gd name="connsiteX6" fmla="*/ 627387 w 7937989"/>
              <a:gd name="connsiteY6" fmla="*/ 4725823 h 11373861"/>
              <a:gd name="connsiteX7" fmla="*/ 250015 w 7937989"/>
              <a:gd name="connsiteY7" fmla="*/ 4406509 h 11373861"/>
              <a:gd name="connsiteX8" fmla="*/ 17787 w 7937989"/>
              <a:gd name="connsiteY8" fmla="*/ 4000109 h 11373861"/>
              <a:gd name="connsiteX9" fmla="*/ 32301 w 7937989"/>
              <a:gd name="connsiteY9" fmla="*/ 3361481 h 11373861"/>
              <a:gd name="connsiteX10" fmla="*/ 162930 w 7937989"/>
              <a:gd name="connsiteY10" fmla="*/ 2679309 h 11373861"/>
              <a:gd name="connsiteX11" fmla="*/ 322587 w 7937989"/>
              <a:gd name="connsiteY11" fmla="*/ 2156795 h 11373861"/>
              <a:gd name="connsiteX12" fmla="*/ 438701 w 7937989"/>
              <a:gd name="connsiteY12" fmla="*/ 1547195 h 11373861"/>
              <a:gd name="connsiteX13" fmla="*/ 583844 w 7937989"/>
              <a:gd name="connsiteY13" fmla="*/ 1111766 h 11373861"/>
              <a:gd name="connsiteX14" fmla="*/ 816072 w 7937989"/>
              <a:gd name="connsiteY14" fmla="*/ 777938 h 11373861"/>
              <a:gd name="connsiteX15" fmla="*/ 1295044 w 7937989"/>
              <a:gd name="connsiteY15" fmla="*/ 298966 h 11373861"/>
              <a:gd name="connsiteX16" fmla="*/ 1715958 w 7937989"/>
              <a:gd name="connsiteY16" fmla="*/ 52223 h 11373861"/>
              <a:gd name="connsiteX17" fmla="*/ 2238472 w 7937989"/>
              <a:gd name="connsiteY17" fmla="*/ 23195 h 11373861"/>
              <a:gd name="connsiteX18" fmla="*/ 2906130 w 7937989"/>
              <a:gd name="connsiteY18" fmla="*/ 327995 h 11373861"/>
              <a:gd name="connsiteX19" fmla="*/ 3559272 w 7937989"/>
              <a:gd name="connsiteY19" fmla="*/ 603766 h 11373861"/>
              <a:gd name="connsiteX20" fmla="*/ 4255958 w 7937989"/>
              <a:gd name="connsiteY20" fmla="*/ 734395 h 11373861"/>
              <a:gd name="connsiteX21" fmla="*/ 4967158 w 7937989"/>
              <a:gd name="connsiteY21" fmla="*/ 792452 h 11373861"/>
              <a:gd name="connsiteX22" fmla="*/ 5663844 w 7937989"/>
              <a:gd name="connsiteY22" fmla="*/ 879538 h 11373861"/>
              <a:gd name="connsiteX23" fmla="*/ 6012187 w 7937989"/>
              <a:gd name="connsiteY23" fmla="*/ 1126281 h 11373861"/>
              <a:gd name="connsiteX24" fmla="*/ 6026701 w 7937989"/>
              <a:gd name="connsiteY24" fmla="*/ 1605252 h 11373861"/>
              <a:gd name="connsiteX25" fmla="*/ 6491158 w 7937989"/>
              <a:gd name="connsiteY25" fmla="*/ 1924566 h 11373861"/>
              <a:gd name="connsiteX26" fmla="*/ 6999158 w 7937989"/>
              <a:gd name="connsiteY26" fmla="*/ 2171309 h 11373861"/>
              <a:gd name="connsiteX27" fmla="*/ 7362015 w 7937989"/>
              <a:gd name="connsiteY27" fmla="*/ 2621252 h 11373861"/>
              <a:gd name="connsiteX28" fmla="*/ 7463615 w 7937989"/>
              <a:gd name="connsiteY28" fmla="*/ 3434052 h 11373861"/>
              <a:gd name="connsiteX29" fmla="*/ 7928072 w 7937989"/>
              <a:gd name="connsiteY29" fmla="*/ 4508109 h 11373861"/>
              <a:gd name="connsiteX30" fmla="*/ 7710358 w 7937989"/>
              <a:gd name="connsiteY30" fmla="*/ 5335423 h 11373861"/>
              <a:gd name="connsiteX31" fmla="*/ 6912072 w 7937989"/>
              <a:gd name="connsiteY31" fmla="*/ 5799881 h 11373861"/>
              <a:gd name="connsiteX32" fmla="*/ 6200872 w 7937989"/>
              <a:gd name="connsiteY32" fmla="*/ 6409481 h 11373861"/>
              <a:gd name="connsiteX33" fmla="*/ 6316987 w 7937989"/>
              <a:gd name="connsiteY33" fmla="*/ 7701252 h 11373861"/>
              <a:gd name="connsiteX34" fmla="*/ 6999158 w 7937989"/>
              <a:gd name="connsiteY34" fmla="*/ 8920452 h 11373861"/>
              <a:gd name="connsiteX35" fmla="*/ 7071730 w 7937989"/>
              <a:gd name="connsiteY35" fmla="*/ 10662166 h 11373861"/>
              <a:gd name="connsiteX36" fmla="*/ 5475158 w 7937989"/>
              <a:gd name="connsiteY36" fmla="*/ 10908909 h 11373861"/>
              <a:gd name="connsiteX37" fmla="*/ 4139844 w 7937989"/>
              <a:gd name="connsiteY37" fmla="*/ 10575081 h 11373861"/>
              <a:gd name="connsiteX38" fmla="*/ 2964187 w 7937989"/>
              <a:gd name="connsiteY38" fmla="*/ 10009023 h 11373861"/>
              <a:gd name="connsiteX39" fmla="*/ 2267501 w 7937989"/>
              <a:gd name="connsiteY39" fmla="*/ 9384909 h 11373861"/>
              <a:gd name="connsiteX40" fmla="*/ 1986099 w 7937989"/>
              <a:gd name="connsiteY40" fmla="*/ 10352635 h 11373861"/>
              <a:gd name="connsiteX41" fmla="*/ 1935117 w 7937989"/>
              <a:gd name="connsiteY41" fmla="*/ 10965296 h 11373861"/>
              <a:gd name="connsiteX42" fmla="*/ 1786261 w 7937989"/>
              <a:gd name="connsiteY42" fmla="*/ 11333108 h 11373861"/>
              <a:gd name="connsiteX43" fmla="*/ 1424324 w 7937989"/>
              <a:gd name="connsiteY43" fmla="*/ 9816238 h 11373861"/>
              <a:gd name="connsiteX0" fmla="*/ 1424324 w 7937989"/>
              <a:gd name="connsiteY0" fmla="*/ 9816238 h 10965446"/>
              <a:gd name="connsiteX1" fmla="*/ 1524368 w 7937989"/>
              <a:gd name="connsiteY1" fmla="*/ 9350489 h 10965446"/>
              <a:gd name="connsiteX2" fmla="*/ 1324072 w 7937989"/>
              <a:gd name="connsiteY2" fmla="*/ 7933481 h 10965446"/>
              <a:gd name="connsiteX3" fmla="*/ 1033787 w 7937989"/>
              <a:gd name="connsiteY3" fmla="*/ 7149709 h 10965446"/>
              <a:gd name="connsiteX4" fmla="*/ 714472 w 7937989"/>
              <a:gd name="connsiteY4" fmla="*/ 6177252 h 10965446"/>
              <a:gd name="connsiteX5" fmla="*/ 699958 w 7937989"/>
              <a:gd name="connsiteY5" fmla="*/ 5306395 h 10965446"/>
              <a:gd name="connsiteX6" fmla="*/ 627387 w 7937989"/>
              <a:gd name="connsiteY6" fmla="*/ 4725823 h 10965446"/>
              <a:gd name="connsiteX7" fmla="*/ 250015 w 7937989"/>
              <a:gd name="connsiteY7" fmla="*/ 4406509 h 10965446"/>
              <a:gd name="connsiteX8" fmla="*/ 17787 w 7937989"/>
              <a:gd name="connsiteY8" fmla="*/ 4000109 h 10965446"/>
              <a:gd name="connsiteX9" fmla="*/ 32301 w 7937989"/>
              <a:gd name="connsiteY9" fmla="*/ 3361481 h 10965446"/>
              <a:gd name="connsiteX10" fmla="*/ 162930 w 7937989"/>
              <a:gd name="connsiteY10" fmla="*/ 2679309 h 10965446"/>
              <a:gd name="connsiteX11" fmla="*/ 322587 w 7937989"/>
              <a:gd name="connsiteY11" fmla="*/ 2156795 h 10965446"/>
              <a:gd name="connsiteX12" fmla="*/ 438701 w 7937989"/>
              <a:gd name="connsiteY12" fmla="*/ 1547195 h 10965446"/>
              <a:gd name="connsiteX13" fmla="*/ 583844 w 7937989"/>
              <a:gd name="connsiteY13" fmla="*/ 1111766 h 10965446"/>
              <a:gd name="connsiteX14" fmla="*/ 816072 w 7937989"/>
              <a:gd name="connsiteY14" fmla="*/ 777938 h 10965446"/>
              <a:gd name="connsiteX15" fmla="*/ 1295044 w 7937989"/>
              <a:gd name="connsiteY15" fmla="*/ 298966 h 10965446"/>
              <a:gd name="connsiteX16" fmla="*/ 1715958 w 7937989"/>
              <a:gd name="connsiteY16" fmla="*/ 52223 h 10965446"/>
              <a:gd name="connsiteX17" fmla="*/ 2238472 w 7937989"/>
              <a:gd name="connsiteY17" fmla="*/ 23195 h 10965446"/>
              <a:gd name="connsiteX18" fmla="*/ 2906130 w 7937989"/>
              <a:gd name="connsiteY18" fmla="*/ 327995 h 10965446"/>
              <a:gd name="connsiteX19" fmla="*/ 3559272 w 7937989"/>
              <a:gd name="connsiteY19" fmla="*/ 603766 h 10965446"/>
              <a:gd name="connsiteX20" fmla="*/ 4255958 w 7937989"/>
              <a:gd name="connsiteY20" fmla="*/ 734395 h 10965446"/>
              <a:gd name="connsiteX21" fmla="*/ 4967158 w 7937989"/>
              <a:gd name="connsiteY21" fmla="*/ 792452 h 10965446"/>
              <a:gd name="connsiteX22" fmla="*/ 5663844 w 7937989"/>
              <a:gd name="connsiteY22" fmla="*/ 879538 h 10965446"/>
              <a:gd name="connsiteX23" fmla="*/ 6012187 w 7937989"/>
              <a:gd name="connsiteY23" fmla="*/ 1126281 h 10965446"/>
              <a:gd name="connsiteX24" fmla="*/ 6026701 w 7937989"/>
              <a:gd name="connsiteY24" fmla="*/ 1605252 h 10965446"/>
              <a:gd name="connsiteX25" fmla="*/ 6491158 w 7937989"/>
              <a:gd name="connsiteY25" fmla="*/ 1924566 h 10965446"/>
              <a:gd name="connsiteX26" fmla="*/ 6999158 w 7937989"/>
              <a:gd name="connsiteY26" fmla="*/ 2171309 h 10965446"/>
              <a:gd name="connsiteX27" fmla="*/ 7362015 w 7937989"/>
              <a:gd name="connsiteY27" fmla="*/ 2621252 h 10965446"/>
              <a:gd name="connsiteX28" fmla="*/ 7463615 w 7937989"/>
              <a:gd name="connsiteY28" fmla="*/ 3434052 h 10965446"/>
              <a:gd name="connsiteX29" fmla="*/ 7928072 w 7937989"/>
              <a:gd name="connsiteY29" fmla="*/ 4508109 h 10965446"/>
              <a:gd name="connsiteX30" fmla="*/ 7710358 w 7937989"/>
              <a:gd name="connsiteY30" fmla="*/ 5335423 h 10965446"/>
              <a:gd name="connsiteX31" fmla="*/ 6912072 w 7937989"/>
              <a:gd name="connsiteY31" fmla="*/ 5799881 h 10965446"/>
              <a:gd name="connsiteX32" fmla="*/ 6200872 w 7937989"/>
              <a:gd name="connsiteY32" fmla="*/ 6409481 h 10965446"/>
              <a:gd name="connsiteX33" fmla="*/ 6316987 w 7937989"/>
              <a:gd name="connsiteY33" fmla="*/ 7701252 h 10965446"/>
              <a:gd name="connsiteX34" fmla="*/ 6999158 w 7937989"/>
              <a:gd name="connsiteY34" fmla="*/ 8920452 h 10965446"/>
              <a:gd name="connsiteX35" fmla="*/ 7071730 w 7937989"/>
              <a:gd name="connsiteY35" fmla="*/ 10662166 h 10965446"/>
              <a:gd name="connsiteX36" fmla="*/ 5475158 w 7937989"/>
              <a:gd name="connsiteY36" fmla="*/ 10908909 h 10965446"/>
              <a:gd name="connsiteX37" fmla="*/ 4139844 w 7937989"/>
              <a:gd name="connsiteY37" fmla="*/ 10575081 h 10965446"/>
              <a:gd name="connsiteX38" fmla="*/ 2964187 w 7937989"/>
              <a:gd name="connsiteY38" fmla="*/ 10009023 h 10965446"/>
              <a:gd name="connsiteX39" fmla="*/ 2267501 w 7937989"/>
              <a:gd name="connsiteY39" fmla="*/ 9384909 h 10965446"/>
              <a:gd name="connsiteX40" fmla="*/ 1986099 w 7937989"/>
              <a:gd name="connsiteY40" fmla="*/ 10352635 h 10965446"/>
              <a:gd name="connsiteX41" fmla="*/ 1935117 w 7937989"/>
              <a:gd name="connsiteY41" fmla="*/ 10965296 h 10965446"/>
              <a:gd name="connsiteX42" fmla="*/ 1766455 w 7937989"/>
              <a:gd name="connsiteY42" fmla="*/ 9751777 h 10965446"/>
              <a:gd name="connsiteX43" fmla="*/ 1424324 w 7937989"/>
              <a:gd name="connsiteY43" fmla="*/ 9816238 h 10965446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889061 w 7937989"/>
              <a:gd name="connsiteY41" fmla="*/ 9124695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556093 w 7937989"/>
              <a:gd name="connsiteY0" fmla="*/ 94070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556093 w 7937989"/>
              <a:gd name="connsiteY43" fmla="*/ 940702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56093" y="9407026"/>
                </a:moveTo>
                <a:cubicBezTo>
                  <a:pt x="1514588" y="9240326"/>
                  <a:pt x="1458205" y="9065007"/>
                  <a:pt x="1419535" y="8819416"/>
                </a:cubicBezTo>
                <a:cubicBezTo>
                  <a:pt x="1380865" y="8573825"/>
                  <a:pt x="1388363" y="8211765"/>
                  <a:pt x="1324072" y="7933481"/>
                </a:cubicBezTo>
                <a:cubicBezTo>
                  <a:pt x="1259781" y="7655197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61228" y="10068603"/>
                  <a:pt x="2964187" y="10009023"/>
                </a:cubicBezTo>
                <a:cubicBezTo>
                  <a:pt x="2667146" y="9949443"/>
                  <a:pt x="2520612" y="10160329"/>
                  <a:pt x="2357597" y="10217598"/>
                </a:cubicBezTo>
                <a:cubicBezTo>
                  <a:pt x="2194582" y="10274867"/>
                  <a:pt x="2094929" y="10368709"/>
                  <a:pt x="1986099" y="10352635"/>
                </a:cubicBezTo>
                <a:cubicBezTo>
                  <a:pt x="1877269" y="10336561"/>
                  <a:pt x="1496581" y="10106639"/>
                  <a:pt x="1704619" y="10121153"/>
                </a:cubicBezTo>
                <a:cubicBezTo>
                  <a:pt x="1912657" y="10135667"/>
                  <a:pt x="1693317" y="9938639"/>
                  <a:pt x="1668563" y="9819618"/>
                </a:cubicBezTo>
                <a:cubicBezTo>
                  <a:pt x="1643809" y="9700597"/>
                  <a:pt x="1597598" y="9573726"/>
                  <a:pt x="1556093" y="940702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29BE8C-3DA6-8CD3-F3A8-E3E06B400703}"/>
              </a:ext>
            </a:extLst>
          </p:cNvPr>
          <p:cNvSpPr txBox="1"/>
          <p:nvPr/>
        </p:nvSpPr>
        <p:spPr>
          <a:xfrm>
            <a:off x="1394460" y="502920"/>
            <a:ext cx="9403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КАБИНЕТ СОТРУДНИКА ООПТ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B26E101-F700-CEAF-7003-2535B72C36BC}"/>
              </a:ext>
            </a:extLst>
          </p:cNvPr>
          <p:cNvSpPr/>
          <p:nvPr/>
        </p:nvSpPr>
        <p:spPr>
          <a:xfrm>
            <a:off x="822960" y="1711014"/>
            <a:ext cx="3616043" cy="1271807"/>
          </a:xfrm>
          <a:prstGeom prst="roundRect">
            <a:avLst>
              <a:gd name="adj" fmla="val 50000"/>
            </a:avLst>
          </a:prstGeom>
          <a:solidFill>
            <a:srgbClr val="09061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МОНИТОРИНГ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2326BA5-BFF1-3ACA-627A-92162CFEB24B}"/>
              </a:ext>
            </a:extLst>
          </p:cNvPr>
          <p:cNvSpPr/>
          <p:nvPr/>
        </p:nvSpPr>
        <p:spPr>
          <a:xfrm>
            <a:off x="4671060" y="1711014"/>
            <a:ext cx="3064695" cy="1271807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АНАЛИЗ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1E1B39D-AA35-E700-401D-C5C08B128E49}"/>
              </a:ext>
            </a:extLst>
          </p:cNvPr>
          <p:cNvSpPr/>
          <p:nvPr/>
        </p:nvSpPr>
        <p:spPr>
          <a:xfrm>
            <a:off x="7967812" y="1711014"/>
            <a:ext cx="3616044" cy="1271807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ОРГАНИЗАЦИЯ МЕРОПРИЯТИЯ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4099A32-710F-6F8A-2992-428AE4D3F0A0}"/>
              </a:ext>
            </a:extLst>
          </p:cNvPr>
          <p:cNvSpPr/>
          <p:nvPr/>
        </p:nvSpPr>
        <p:spPr>
          <a:xfrm>
            <a:off x="822962" y="3128419"/>
            <a:ext cx="10760894" cy="2993816"/>
          </a:xfrm>
          <a:prstGeom prst="roundRect">
            <a:avLst>
              <a:gd name="adj" fmla="val 11575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500" dirty="0">
                <a:latin typeface="Arial Black" panose="020B0A04020102020204" pitchFamily="34" charset="0"/>
              </a:rPr>
              <a:t>Сотрудник: видит состояние территории; </a:t>
            </a:r>
            <a:endParaRPr lang="en-US" sz="2500" dirty="0">
              <a:latin typeface="Arial Black" panose="020B0A04020102020204" pitchFamily="34" charset="0"/>
            </a:endParaRPr>
          </a:p>
          <a:p>
            <a:r>
              <a:rPr lang="ru-RU" sz="2500" dirty="0">
                <a:latin typeface="Arial Black" panose="020B0A04020102020204" pitchFamily="34" charset="0"/>
              </a:rPr>
              <a:t>Получает информацию о проблемных участках; </a:t>
            </a:r>
            <a:endParaRPr lang="en-US" sz="2500" dirty="0">
              <a:latin typeface="Arial Black" panose="020B0A04020102020204" pitchFamily="34" charset="0"/>
            </a:endParaRPr>
          </a:p>
          <a:p>
            <a:r>
              <a:rPr lang="ru-RU" sz="2500" dirty="0">
                <a:latin typeface="Arial Black" panose="020B0A04020102020204" pitchFamily="34" charset="0"/>
              </a:rPr>
              <a:t>Выбирает участок для работы; </a:t>
            </a:r>
            <a:endParaRPr lang="en-US" sz="2500" dirty="0">
              <a:latin typeface="Arial Black" panose="020B0A04020102020204" pitchFamily="34" charset="0"/>
            </a:endParaRPr>
          </a:p>
          <a:p>
            <a:r>
              <a:rPr lang="ru-RU" sz="2500" dirty="0">
                <a:latin typeface="Arial Black" panose="020B0A04020102020204" pitchFamily="34" charset="0"/>
              </a:rPr>
              <a:t>Создаёт экологическое</a:t>
            </a:r>
            <a:r>
              <a:rPr lang="en-US" sz="2500" dirty="0">
                <a:latin typeface="Arial Black" panose="020B0A04020102020204" pitchFamily="34" charset="0"/>
              </a:rPr>
              <a:t> </a:t>
            </a:r>
            <a:r>
              <a:rPr lang="ru-RU" sz="2500" dirty="0">
                <a:latin typeface="Arial Black" panose="020B0A04020102020204" pitchFamily="34" charset="0"/>
              </a:rPr>
              <a:t>мероприятие; </a:t>
            </a:r>
            <a:endParaRPr lang="en-US" sz="2500" dirty="0">
              <a:latin typeface="Arial Black" panose="020B0A04020102020204" pitchFamily="34" charset="0"/>
            </a:endParaRPr>
          </a:p>
          <a:p>
            <a:r>
              <a:rPr lang="ru-RU" sz="2500" dirty="0">
                <a:latin typeface="Arial Black" panose="020B0A04020102020204" pitchFamily="34" charset="0"/>
              </a:rPr>
              <a:t>Указывает дату, время, место и количество участников; Публикует мероприятие для волонтёров.</a:t>
            </a:r>
            <a:endParaRPr lang="ru-RU" sz="25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89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F749-5D1D-5DCF-C737-9BEE2F9DB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6E9719EC-9474-7816-E1E2-C3D39885A281}"/>
              </a:ext>
            </a:extLst>
          </p:cNvPr>
          <p:cNvSpPr/>
          <p:nvPr/>
        </p:nvSpPr>
        <p:spPr>
          <a:xfrm rot="16518847">
            <a:off x="-3210141" y="-1004375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925472 w 7937989"/>
              <a:gd name="connsiteY0" fmla="*/ 9738030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2236922 w 7937989"/>
              <a:gd name="connsiteY41" fmla="*/ 10873258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1368306"/>
              <a:gd name="connsiteX1" fmla="*/ 1524368 w 7937989"/>
              <a:gd name="connsiteY1" fmla="*/ 9350489 h 11368306"/>
              <a:gd name="connsiteX2" fmla="*/ 1324072 w 7937989"/>
              <a:gd name="connsiteY2" fmla="*/ 7933481 h 11368306"/>
              <a:gd name="connsiteX3" fmla="*/ 1033787 w 7937989"/>
              <a:gd name="connsiteY3" fmla="*/ 7149709 h 11368306"/>
              <a:gd name="connsiteX4" fmla="*/ 714472 w 7937989"/>
              <a:gd name="connsiteY4" fmla="*/ 6177252 h 11368306"/>
              <a:gd name="connsiteX5" fmla="*/ 699958 w 7937989"/>
              <a:gd name="connsiteY5" fmla="*/ 5306395 h 11368306"/>
              <a:gd name="connsiteX6" fmla="*/ 627387 w 7937989"/>
              <a:gd name="connsiteY6" fmla="*/ 4725823 h 11368306"/>
              <a:gd name="connsiteX7" fmla="*/ 250015 w 7937989"/>
              <a:gd name="connsiteY7" fmla="*/ 4406509 h 11368306"/>
              <a:gd name="connsiteX8" fmla="*/ 17787 w 7937989"/>
              <a:gd name="connsiteY8" fmla="*/ 4000109 h 11368306"/>
              <a:gd name="connsiteX9" fmla="*/ 32301 w 7937989"/>
              <a:gd name="connsiteY9" fmla="*/ 3361481 h 11368306"/>
              <a:gd name="connsiteX10" fmla="*/ 162930 w 7937989"/>
              <a:gd name="connsiteY10" fmla="*/ 2679309 h 11368306"/>
              <a:gd name="connsiteX11" fmla="*/ 322587 w 7937989"/>
              <a:gd name="connsiteY11" fmla="*/ 2156795 h 11368306"/>
              <a:gd name="connsiteX12" fmla="*/ 438701 w 7937989"/>
              <a:gd name="connsiteY12" fmla="*/ 1547195 h 11368306"/>
              <a:gd name="connsiteX13" fmla="*/ 583844 w 7937989"/>
              <a:gd name="connsiteY13" fmla="*/ 1111766 h 11368306"/>
              <a:gd name="connsiteX14" fmla="*/ 816072 w 7937989"/>
              <a:gd name="connsiteY14" fmla="*/ 777938 h 11368306"/>
              <a:gd name="connsiteX15" fmla="*/ 1295044 w 7937989"/>
              <a:gd name="connsiteY15" fmla="*/ 298966 h 11368306"/>
              <a:gd name="connsiteX16" fmla="*/ 1715958 w 7937989"/>
              <a:gd name="connsiteY16" fmla="*/ 52223 h 11368306"/>
              <a:gd name="connsiteX17" fmla="*/ 2238472 w 7937989"/>
              <a:gd name="connsiteY17" fmla="*/ 23195 h 11368306"/>
              <a:gd name="connsiteX18" fmla="*/ 2906130 w 7937989"/>
              <a:gd name="connsiteY18" fmla="*/ 327995 h 11368306"/>
              <a:gd name="connsiteX19" fmla="*/ 3559272 w 7937989"/>
              <a:gd name="connsiteY19" fmla="*/ 603766 h 11368306"/>
              <a:gd name="connsiteX20" fmla="*/ 4255958 w 7937989"/>
              <a:gd name="connsiteY20" fmla="*/ 734395 h 11368306"/>
              <a:gd name="connsiteX21" fmla="*/ 4967158 w 7937989"/>
              <a:gd name="connsiteY21" fmla="*/ 792452 h 11368306"/>
              <a:gd name="connsiteX22" fmla="*/ 5663844 w 7937989"/>
              <a:gd name="connsiteY22" fmla="*/ 879538 h 11368306"/>
              <a:gd name="connsiteX23" fmla="*/ 6012187 w 7937989"/>
              <a:gd name="connsiteY23" fmla="*/ 1126281 h 11368306"/>
              <a:gd name="connsiteX24" fmla="*/ 6026701 w 7937989"/>
              <a:gd name="connsiteY24" fmla="*/ 1605252 h 11368306"/>
              <a:gd name="connsiteX25" fmla="*/ 6491158 w 7937989"/>
              <a:gd name="connsiteY25" fmla="*/ 1924566 h 11368306"/>
              <a:gd name="connsiteX26" fmla="*/ 6999158 w 7937989"/>
              <a:gd name="connsiteY26" fmla="*/ 2171309 h 11368306"/>
              <a:gd name="connsiteX27" fmla="*/ 7362015 w 7937989"/>
              <a:gd name="connsiteY27" fmla="*/ 2621252 h 11368306"/>
              <a:gd name="connsiteX28" fmla="*/ 7463615 w 7937989"/>
              <a:gd name="connsiteY28" fmla="*/ 3434052 h 11368306"/>
              <a:gd name="connsiteX29" fmla="*/ 7928072 w 7937989"/>
              <a:gd name="connsiteY29" fmla="*/ 4508109 h 11368306"/>
              <a:gd name="connsiteX30" fmla="*/ 7710358 w 7937989"/>
              <a:gd name="connsiteY30" fmla="*/ 5335423 h 11368306"/>
              <a:gd name="connsiteX31" fmla="*/ 6912072 w 7937989"/>
              <a:gd name="connsiteY31" fmla="*/ 5799881 h 11368306"/>
              <a:gd name="connsiteX32" fmla="*/ 6200872 w 7937989"/>
              <a:gd name="connsiteY32" fmla="*/ 6409481 h 11368306"/>
              <a:gd name="connsiteX33" fmla="*/ 6316987 w 7937989"/>
              <a:gd name="connsiteY33" fmla="*/ 7701252 h 11368306"/>
              <a:gd name="connsiteX34" fmla="*/ 6999158 w 7937989"/>
              <a:gd name="connsiteY34" fmla="*/ 8920452 h 11368306"/>
              <a:gd name="connsiteX35" fmla="*/ 7071730 w 7937989"/>
              <a:gd name="connsiteY35" fmla="*/ 10662166 h 11368306"/>
              <a:gd name="connsiteX36" fmla="*/ 5475158 w 7937989"/>
              <a:gd name="connsiteY36" fmla="*/ 10908909 h 11368306"/>
              <a:gd name="connsiteX37" fmla="*/ 4139844 w 7937989"/>
              <a:gd name="connsiteY37" fmla="*/ 10575081 h 11368306"/>
              <a:gd name="connsiteX38" fmla="*/ 2964187 w 7937989"/>
              <a:gd name="connsiteY38" fmla="*/ 10009023 h 11368306"/>
              <a:gd name="connsiteX39" fmla="*/ 2267501 w 7937989"/>
              <a:gd name="connsiteY39" fmla="*/ 9384909 h 11368306"/>
              <a:gd name="connsiteX40" fmla="*/ 1807082 w 7937989"/>
              <a:gd name="connsiteY40" fmla="*/ 10214572 h 11368306"/>
              <a:gd name="connsiteX41" fmla="*/ 2236922 w 7937989"/>
              <a:gd name="connsiteY41" fmla="*/ 10873258 h 11368306"/>
              <a:gd name="connsiteX42" fmla="*/ 1786261 w 7937989"/>
              <a:gd name="connsiteY42" fmla="*/ 11333108 h 11368306"/>
              <a:gd name="connsiteX43" fmla="*/ 1925472 w 7937989"/>
              <a:gd name="connsiteY43" fmla="*/ 9738030 h 1136830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807082 w 7937989"/>
              <a:gd name="connsiteY40" fmla="*/ 10214572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2585985 w 7937989"/>
              <a:gd name="connsiteY40" fmla="*/ 10318936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986099 w 7937989"/>
              <a:gd name="connsiteY40" fmla="*/ 10352635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73861"/>
              <a:gd name="connsiteX1" fmla="*/ 1524368 w 7937989"/>
              <a:gd name="connsiteY1" fmla="*/ 9350489 h 11373861"/>
              <a:gd name="connsiteX2" fmla="*/ 1324072 w 7937989"/>
              <a:gd name="connsiteY2" fmla="*/ 7933481 h 11373861"/>
              <a:gd name="connsiteX3" fmla="*/ 1033787 w 7937989"/>
              <a:gd name="connsiteY3" fmla="*/ 7149709 h 11373861"/>
              <a:gd name="connsiteX4" fmla="*/ 714472 w 7937989"/>
              <a:gd name="connsiteY4" fmla="*/ 6177252 h 11373861"/>
              <a:gd name="connsiteX5" fmla="*/ 699958 w 7937989"/>
              <a:gd name="connsiteY5" fmla="*/ 5306395 h 11373861"/>
              <a:gd name="connsiteX6" fmla="*/ 627387 w 7937989"/>
              <a:gd name="connsiteY6" fmla="*/ 4725823 h 11373861"/>
              <a:gd name="connsiteX7" fmla="*/ 250015 w 7937989"/>
              <a:gd name="connsiteY7" fmla="*/ 4406509 h 11373861"/>
              <a:gd name="connsiteX8" fmla="*/ 17787 w 7937989"/>
              <a:gd name="connsiteY8" fmla="*/ 4000109 h 11373861"/>
              <a:gd name="connsiteX9" fmla="*/ 32301 w 7937989"/>
              <a:gd name="connsiteY9" fmla="*/ 3361481 h 11373861"/>
              <a:gd name="connsiteX10" fmla="*/ 162930 w 7937989"/>
              <a:gd name="connsiteY10" fmla="*/ 2679309 h 11373861"/>
              <a:gd name="connsiteX11" fmla="*/ 322587 w 7937989"/>
              <a:gd name="connsiteY11" fmla="*/ 2156795 h 11373861"/>
              <a:gd name="connsiteX12" fmla="*/ 438701 w 7937989"/>
              <a:gd name="connsiteY12" fmla="*/ 1547195 h 11373861"/>
              <a:gd name="connsiteX13" fmla="*/ 583844 w 7937989"/>
              <a:gd name="connsiteY13" fmla="*/ 1111766 h 11373861"/>
              <a:gd name="connsiteX14" fmla="*/ 816072 w 7937989"/>
              <a:gd name="connsiteY14" fmla="*/ 777938 h 11373861"/>
              <a:gd name="connsiteX15" fmla="*/ 1295044 w 7937989"/>
              <a:gd name="connsiteY15" fmla="*/ 298966 h 11373861"/>
              <a:gd name="connsiteX16" fmla="*/ 1715958 w 7937989"/>
              <a:gd name="connsiteY16" fmla="*/ 52223 h 11373861"/>
              <a:gd name="connsiteX17" fmla="*/ 2238472 w 7937989"/>
              <a:gd name="connsiteY17" fmla="*/ 23195 h 11373861"/>
              <a:gd name="connsiteX18" fmla="*/ 2906130 w 7937989"/>
              <a:gd name="connsiteY18" fmla="*/ 327995 h 11373861"/>
              <a:gd name="connsiteX19" fmla="*/ 3559272 w 7937989"/>
              <a:gd name="connsiteY19" fmla="*/ 603766 h 11373861"/>
              <a:gd name="connsiteX20" fmla="*/ 4255958 w 7937989"/>
              <a:gd name="connsiteY20" fmla="*/ 734395 h 11373861"/>
              <a:gd name="connsiteX21" fmla="*/ 4967158 w 7937989"/>
              <a:gd name="connsiteY21" fmla="*/ 792452 h 11373861"/>
              <a:gd name="connsiteX22" fmla="*/ 5663844 w 7937989"/>
              <a:gd name="connsiteY22" fmla="*/ 879538 h 11373861"/>
              <a:gd name="connsiteX23" fmla="*/ 6012187 w 7937989"/>
              <a:gd name="connsiteY23" fmla="*/ 1126281 h 11373861"/>
              <a:gd name="connsiteX24" fmla="*/ 6026701 w 7937989"/>
              <a:gd name="connsiteY24" fmla="*/ 1605252 h 11373861"/>
              <a:gd name="connsiteX25" fmla="*/ 6491158 w 7937989"/>
              <a:gd name="connsiteY25" fmla="*/ 1924566 h 11373861"/>
              <a:gd name="connsiteX26" fmla="*/ 6999158 w 7937989"/>
              <a:gd name="connsiteY26" fmla="*/ 2171309 h 11373861"/>
              <a:gd name="connsiteX27" fmla="*/ 7362015 w 7937989"/>
              <a:gd name="connsiteY27" fmla="*/ 2621252 h 11373861"/>
              <a:gd name="connsiteX28" fmla="*/ 7463615 w 7937989"/>
              <a:gd name="connsiteY28" fmla="*/ 3434052 h 11373861"/>
              <a:gd name="connsiteX29" fmla="*/ 7928072 w 7937989"/>
              <a:gd name="connsiteY29" fmla="*/ 4508109 h 11373861"/>
              <a:gd name="connsiteX30" fmla="*/ 7710358 w 7937989"/>
              <a:gd name="connsiteY30" fmla="*/ 5335423 h 11373861"/>
              <a:gd name="connsiteX31" fmla="*/ 6912072 w 7937989"/>
              <a:gd name="connsiteY31" fmla="*/ 5799881 h 11373861"/>
              <a:gd name="connsiteX32" fmla="*/ 6200872 w 7937989"/>
              <a:gd name="connsiteY32" fmla="*/ 6409481 h 11373861"/>
              <a:gd name="connsiteX33" fmla="*/ 6316987 w 7937989"/>
              <a:gd name="connsiteY33" fmla="*/ 7701252 h 11373861"/>
              <a:gd name="connsiteX34" fmla="*/ 6999158 w 7937989"/>
              <a:gd name="connsiteY34" fmla="*/ 8920452 h 11373861"/>
              <a:gd name="connsiteX35" fmla="*/ 7071730 w 7937989"/>
              <a:gd name="connsiteY35" fmla="*/ 10662166 h 11373861"/>
              <a:gd name="connsiteX36" fmla="*/ 5475158 w 7937989"/>
              <a:gd name="connsiteY36" fmla="*/ 10908909 h 11373861"/>
              <a:gd name="connsiteX37" fmla="*/ 4139844 w 7937989"/>
              <a:gd name="connsiteY37" fmla="*/ 10575081 h 11373861"/>
              <a:gd name="connsiteX38" fmla="*/ 2964187 w 7937989"/>
              <a:gd name="connsiteY38" fmla="*/ 10009023 h 11373861"/>
              <a:gd name="connsiteX39" fmla="*/ 2267501 w 7937989"/>
              <a:gd name="connsiteY39" fmla="*/ 9384909 h 11373861"/>
              <a:gd name="connsiteX40" fmla="*/ 1986099 w 7937989"/>
              <a:gd name="connsiteY40" fmla="*/ 10352635 h 11373861"/>
              <a:gd name="connsiteX41" fmla="*/ 1935117 w 7937989"/>
              <a:gd name="connsiteY41" fmla="*/ 10965296 h 11373861"/>
              <a:gd name="connsiteX42" fmla="*/ 1786261 w 7937989"/>
              <a:gd name="connsiteY42" fmla="*/ 11333108 h 11373861"/>
              <a:gd name="connsiteX43" fmla="*/ 1424324 w 7937989"/>
              <a:gd name="connsiteY43" fmla="*/ 9816238 h 11373861"/>
              <a:gd name="connsiteX0" fmla="*/ 1424324 w 7937989"/>
              <a:gd name="connsiteY0" fmla="*/ 9816238 h 10965446"/>
              <a:gd name="connsiteX1" fmla="*/ 1524368 w 7937989"/>
              <a:gd name="connsiteY1" fmla="*/ 9350489 h 10965446"/>
              <a:gd name="connsiteX2" fmla="*/ 1324072 w 7937989"/>
              <a:gd name="connsiteY2" fmla="*/ 7933481 h 10965446"/>
              <a:gd name="connsiteX3" fmla="*/ 1033787 w 7937989"/>
              <a:gd name="connsiteY3" fmla="*/ 7149709 h 10965446"/>
              <a:gd name="connsiteX4" fmla="*/ 714472 w 7937989"/>
              <a:gd name="connsiteY4" fmla="*/ 6177252 h 10965446"/>
              <a:gd name="connsiteX5" fmla="*/ 699958 w 7937989"/>
              <a:gd name="connsiteY5" fmla="*/ 5306395 h 10965446"/>
              <a:gd name="connsiteX6" fmla="*/ 627387 w 7937989"/>
              <a:gd name="connsiteY6" fmla="*/ 4725823 h 10965446"/>
              <a:gd name="connsiteX7" fmla="*/ 250015 w 7937989"/>
              <a:gd name="connsiteY7" fmla="*/ 4406509 h 10965446"/>
              <a:gd name="connsiteX8" fmla="*/ 17787 w 7937989"/>
              <a:gd name="connsiteY8" fmla="*/ 4000109 h 10965446"/>
              <a:gd name="connsiteX9" fmla="*/ 32301 w 7937989"/>
              <a:gd name="connsiteY9" fmla="*/ 3361481 h 10965446"/>
              <a:gd name="connsiteX10" fmla="*/ 162930 w 7937989"/>
              <a:gd name="connsiteY10" fmla="*/ 2679309 h 10965446"/>
              <a:gd name="connsiteX11" fmla="*/ 322587 w 7937989"/>
              <a:gd name="connsiteY11" fmla="*/ 2156795 h 10965446"/>
              <a:gd name="connsiteX12" fmla="*/ 438701 w 7937989"/>
              <a:gd name="connsiteY12" fmla="*/ 1547195 h 10965446"/>
              <a:gd name="connsiteX13" fmla="*/ 583844 w 7937989"/>
              <a:gd name="connsiteY13" fmla="*/ 1111766 h 10965446"/>
              <a:gd name="connsiteX14" fmla="*/ 816072 w 7937989"/>
              <a:gd name="connsiteY14" fmla="*/ 777938 h 10965446"/>
              <a:gd name="connsiteX15" fmla="*/ 1295044 w 7937989"/>
              <a:gd name="connsiteY15" fmla="*/ 298966 h 10965446"/>
              <a:gd name="connsiteX16" fmla="*/ 1715958 w 7937989"/>
              <a:gd name="connsiteY16" fmla="*/ 52223 h 10965446"/>
              <a:gd name="connsiteX17" fmla="*/ 2238472 w 7937989"/>
              <a:gd name="connsiteY17" fmla="*/ 23195 h 10965446"/>
              <a:gd name="connsiteX18" fmla="*/ 2906130 w 7937989"/>
              <a:gd name="connsiteY18" fmla="*/ 327995 h 10965446"/>
              <a:gd name="connsiteX19" fmla="*/ 3559272 w 7937989"/>
              <a:gd name="connsiteY19" fmla="*/ 603766 h 10965446"/>
              <a:gd name="connsiteX20" fmla="*/ 4255958 w 7937989"/>
              <a:gd name="connsiteY20" fmla="*/ 734395 h 10965446"/>
              <a:gd name="connsiteX21" fmla="*/ 4967158 w 7937989"/>
              <a:gd name="connsiteY21" fmla="*/ 792452 h 10965446"/>
              <a:gd name="connsiteX22" fmla="*/ 5663844 w 7937989"/>
              <a:gd name="connsiteY22" fmla="*/ 879538 h 10965446"/>
              <a:gd name="connsiteX23" fmla="*/ 6012187 w 7937989"/>
              <a:gd name="connsiteY23" fmla="*/ 1126281 h 10965446"/>
              <a:gd name="connsiteX24" fmla="*/ 6026701 w 7937989"/>
              <a:gd name="connsiteY24" fmla="*/ 1605252 h 10965446"/>
              <a:gd name="connsiteX25" fmla="*/ 6491158 w 7937989"/>
              <a:gd name="connsiteY25" fmla="*/ 1924566 h 10965446"/>
              <a:gd name="connsiteX26" fmla="*/ 6999158 w 7937989"/>
              <a:gd name="connsiteY26" fmla="*/ 2171309 h 10965446"/>
              <a:gd name="connsiteX27" fmla="*/ 7362015 w 7937989"/>
              <a:gd name="connsiteY27" fmla="*/ 2621252 h 10965446"/>
              <a:gd name="connsiteX28" fmla="*/ 7463615 w 7937989"/>
              <a:gd name="connsiteY28" fmla="*/ 3434052 h 10965446"/>
              <a:gd name="connsiteX29" fmla="*/ 7928072 w 7937989"/>
              <a:gd name="connsiteY29" fmla="*/ 4508109 h 10965446"/>
              <a:gd name="connsiteX30" fmla="*/ 7710358 w 7937989"/>
              <a:gd name="connsiteY30" fmla="*/ 5335423 h 10965446"/>
              <a:gd name="connsiteX31" fmla="*/ 6912072 w 7937989"/>
              <a:gd name="connsiteY31" fmla="*/ 5799881 h 10965446"/>
              <a:gd name="connsiteX32" fmla="*/ 6200872 w 7937989"/>
              <a:gd name="connsiteY32" fmla="*/ 6409481 h 10965446"/>
              <a:gd name="connsiteX33" fmla="*/ 6316987 w 7937989"/>
              <a:gd name="connsiteY33" fmla="*/ 7701252 h 10965446"/>
              <a:gd name="connsiteX34" fmla="*/ 6999158 w 7937989"/>
              <a:gd name="connsiteY34" fmla="*/ 8920452 h 10965446"/>
              <a:gd name="connsiteX35" fmla="*/ 7071730 w 7937989"/>
              <a:gd name="connsiteY35" fmla="*/ 10662166 h 10965446"/>
              <a:gd name="connsiteX36" fmla="*/ 5475158 w 7937989"/>
              <a:gd name="connsiteY36" fmla="*/ 10908909 h 10965446"/>
              <a:gd name="connsiteX37" fmla="*/ 4139844 w 7937989"/>
              <a:gd name="connsiteY37" fmla="*/ 10575081 h 10965446"/>
              <a:gd name="connsiteX38" fmla="*/ 2964187 w 7937989"/>
              <a:gd name="connsiteY38" fmla="*/ 10009023 h 10965446"/>
              <a:gd name="connsiteX39" fmla="*/ 2267501 w 7937989"/>
              <a:gd name="connsiteY39" fmla="*/ 9384909 h 10965446"/>
              <a:gd name="connsiteX40" fmla="*/ 1986099 w 7937989"/>
              <a:gd name="connsiteY40" fmla="*/ 10352635 h 10965446"/>
              <a:gd name="connsiteX41" fmla="*/ 1935117 w 7937989"/>
              <a:gd name="connsiteY41" fmla="*/ 10965296 h 10965446"/>
              <a:gd name="connsiteX42" fmla="*/ 1766455 w 7937989"/>
              <a:gd name="connsiteY42" fmla="*/ 9751777 h 10965446"/>
              <a:gd name="connsiteX43" fmla="*/ 1424324 w 7937989"/>
              <a:gd name="connsiteY43" fmla="*/ 9816238 h 10965446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889061 w 7937989"/>
              <a:gd name="connsiteY41" fmla="*/ 9124695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556093 w 7937989"/>
              <a:gd name="connsiteY0" fmla="*/ 94070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556093 w 7937989"/>
              <a:gd name="connsiteY43" fmla="*/ 940702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56093" y="9407026"/>
                </a:moveTo>
                <a:cubicBezTo>
                  <a:pt x="1514588" y="9240326"/>
                  <a:pt x="1458205" y="9065007"/>
                  <a:pt x="1419535" y="8819416"/>
                </a:cubicBezTo>
                <a:cubicBezTo>
                  <a:pt x="1380865" y="8573825"/>
                  <a:pt x="1388363" y="8211765"/>
                  <a:pt x="1324072" y="7933481"/>
                </a:cubicBezTo>
                <a:cubicBezTo>
                  <a:pt x="1259781" y="7655197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61228" y="10068603"/>
                  <a:pt x="2964187" y="10009023"/>
                </a:cubicBezTo>
                <a:cubicBezTo>
                  <a:pt x="2667146" y="9949443"/>
                  <a:pt x="2520612" y="10160329"/>
                  <a:pt x="2357597" y="10217598"/>
                </a:cubicBezTo>
                <a:cubicBezTo>
                  <a:pt x="2194582" y="10274867"/>
                  <a:pt x="2094929" y="10368709"/>
                  <a:pt x="1986099" y="10352635"/>
                </a:cubicBezTo>
                <a:cubicBezTo>
                  <a:pt x="1877269" y="10336561"/>
                  <a:pt x="1496581" y="10106639"/>
                  <a:pt x="1704619" y="10121153"/>
                </a:cubicBezTo>
                <a:cubicBezTo>
                  <a:pt x="1912657" y="10135667"/>
                  <a:pt x="1693317" y="9938639"/>
                  <a:pt x="1668563" y="9819618"/>
                </a:cubicBezTo>
                <a:cubicBezTo>
                  <a:pt x="1643809" y="9700597"/>
                  <a:pt x="1597598" y="9573726"/>
                  <a:pt x="1556093" y="940702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06EBBF2E-4286-B4EC-9BC0-6077A4A69492}"/>
              </a:ext>
            </a:extLst>
          </p:cNvPr>
          <p:cNvSpPr/>
          <p:nvPr/>
        </p:nvSpPr>
        <p:spPr>
          <a:xfrm rot="9901339">
            <a:off x="6859410" y="-3362519"/>
            <a:ext cx="8969466" cy="11179743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  <a:gd name="connsiteX0" fmla="*/ 4530581 w 5238878"/>
              <a:gd name="connsiteY0" fmla="*/ 6642663 h 6642984"/>
              <a:gd name="connsiteX1" fmla="*/ 4922469 w 5238878"/>
              <a:gd name="connsiteY1" fmla="*/ 6130652 h 6642984"/>
              <a:gd name="connsiteX2" fmla="*/ 2308809 w 5238878"/>
              <a:gd name="connsiteY2" fmla="*/ 5772512 h 6642984"/>
              <a:gd name="connsiteX3" fmla="*/ 495249 w 5238878"/>
              <a:gd name="connsiteY3" fmla="*/ 4522832 h 6642984"/>
              <a:gd name="connsiteX4" fmla="*/ 45669 w 5238878"/>
              <a:gd name="connsiteY4" fmla="*/ 3425552 h 6642984"/>
              <a:gd name="connsiteX5" fmla="*/ 68529 w 5238878"/>
              <a:gd name="connsiteY5" fmla="*/ 2503532 h 6642984"/>
              <a:gd name="connsiteX6" fmla="*/ 518109 w 5238878"/>
              <a:gd name="connsiteY6" fmla="*/ 1543412 h 6642984"/>
              <a:gd name="connsiteX7" fmla="*/ 1302969 w 5238878"/>
              <a:gd name="connsiteY7" fmla="*/ 1421492 h 6642984"/>
              <a:gd name="connsiteX8" fmla="*/ 2430729 w 5238878"/>
              <a:gd name="connsiteY8" fmla="*/ 994772 h 6642984"/>
              <a:gd name="connsiteX9" fmla="*/ 3817569 w 5238878"/>
              <a:gd name="connsiteY9" fmla="*/ 994772 h 6642984"/>
              <a:gd name="connsiteX10" fmla="*/ 5143449 w 5238878"/>
              <a:gd name="connsiteY10" fmla="*/ 270872 h 6642984"/>
              <a:gd name="connsiteX11" fmla="*/ 5128209 w 5238878"/>
              <a:gd name="connsiteY11" fmla="*/ 6176372 h 6642984"/>
              <a:gd name="connsiteX12" fmla="*/ 5082489 w 5238878"/>
              <a:gd name="connsiteY12" fmla="*/ 6153512 h 6642984"/>
              <a:gd name="connsiteX13" fmla="*/ 5067249 w 5238878"/>
              <a:gd name="connsiteY13" fmla="*/ 6206852 h 6642984"/>
              <a:gd name="connsiteX14" fmla="*/ 4530581 w 5238878"/>
              <a:gd name="connsiteY14" fmla="*/ 6642663 h 6642984"/>
              <a:gd name="connsiteX0" fmla="*/ 4530581 w 5238878"/>
              <a:gd name="connsiteY0" fmla="*/ 6642663 h 6656346"/>
              <a:gd name="connsiteX1" fmla="*/ 3578534 w 5238878"/>
              <a:gd name="connsiteY1" fmla="*/ 6475146 h 6656346"/>
              <a:gd name="connsiteX2" fmla="*/ 2308809 w 5238878"/>
              <a:gd name="connsiteY2" fmla="*/ 5772512 h 6656346"/>
              <a:gd name="connsiteX3" fmla="*/ 495249 w 5238878"/>
              <a:gd name="connsiteY3" fmla="*/ 4522832 h 6656346"/>
              <a:gd name="connsiteX4" fmla="*/ 45669 w 5238878"/>
              <a:gd name="connsiteY4" fmla="*/ 3425552 h 6656346"/>
              <a:gd name="connsiteX5" fmla="*/ 68529 w 5238878"/>
              <a:gd name="connsiteY5" fmla="*/ 2503532 h 6656346"/>
              <a:gd name="connsiteX6" fmla="*/ 518109 w 5238878"/>
              <a:gd name="connsiteY6" fmla="*/ 1543412 h 6656346"/>
              <a:gd name="connsiteX7" fmla="*/ 1302969 w 5238878"/>
              <a:gd name="connsiteY7" fmla="*/ 1421492 h 6656346"/>
              <a:gd name="connsiteX8" fmla="*/ 2430729 w 5238878"/>
              <a:gd name="connsiteY8" fmla="*/ 994772 h 6656346"/>
              <a:gd name="connsiteX9" fmla="*/ 3817569 w 5238878"/>
              <a:gd name="connsiteY9" fmla="*/ 994772 h 6656346"/>
              <a:gd name="connsiteX10" fmla="*/ 5143449 w 5238878"/>
              <a:gd name="connsiteY10" fmla="*/ 270872 h 6656346"/>
              <a:gd name="connsiteX11" fmla="*/ 5128209 w 5238878"/>
              <a:gd name="connsiteY11" fmla="*/ 6176372 h 6656346"/>
              <a:gd name="connsiteX12" fmla="*/ 5082489 w 5238878"/>
              <a:gd name="connsiteY12" fmla="*/ 6153512 h 6656346"/>
              <a:gd name="connsiteX13" fmla="*/ 5067249 w 5238878"/>
              <a:gd name="connsiteY13" fmla="*/ 6206852 h 6656346"/>
              <a:gd name="connsiteX14" fmla="*/ 4530581 w 5238878"/>
              <a:gd name="connsiteY14" fmla="*/ 6642663 h 6656346"/>
              <a:gd name="connsiteX0" fmla="*/ 4530581 w 5238878"/>
              <a:gd name="connsiteY0" fmla="*/ 6642663 h 6900030"/>
              <a:gd name="connsiteX1" fmla="*/ 3578534 w 5238878"/>
              <a:gd name="connsiteY1" fmla="*/ 6475146 h 6900030"/>
              <a:gd name="connsiteX2" fmla="*/ 2308809 w 5238878"/>
              <a:gd name="connsiteY2" fmla="*/ 5772512 h 6900030"/>
              <a:gd name="connsiteX3" fmla="*/ 495249 w 5238878"/>
              <a:gd name="connsiteY3" fmla="*/ 4522832 h 6900030"/>
              <a:gd name="connsiteX4" fmla="*/ 45669 w 5238878"/>
              <a:gd name="connsiteY4" fmla="*/ 3425552 h 6900030"/>
              <a:gd name="connsiteX5" fmla="*/ 68529 w 5238878"/>
              <a:gd name="connsiteY5" fmla="*/ 2503532 h 6900030"/>
              <a:gd name="connsiteX6" fmla="*/ 518109 w 5238878"/>
              <a:gd name="connsiteY6" fmla="*/ 1543412 h 6900030"/>
              <a:gd name="connsiteX7" fmla="*/ 1302969 w 5238878"/>
              <a:gd name="connsiteY7" fmla="*/ 1421492 h 6900030"/>
              <a:gd name="connsiteX8" fmla="*/ 2430729 w 5238878"/>
              <a:gd name="connsiteY8" fmla="*/ 994772 h 6900030"/>
              <a:gd name="connsiteX9" fmla="*/ 3817569 w 5238878"/>
              <a:gd name="connsiteY9" fmla="*/ 994772 h 6900030"/>
              <a:gd name="connsiteX10" fmla="*/ 5143449 w 5238878"/>
              <a:gd name="connsiteY10" fmla="*/ 270872 h 6900030"/>
              <a:gd name="connsiteX11" fmla="*/ 5128209 w 5238878"/>
              <a:gd name="connsiteY11" fmla="*/ 6176372 h 6900030"/>
              <a:gd name="connsiteX12" fmla="*/ 5082489 w 5238878"/>
              <a:gd name="connsiteY12" fmla="*/ 6153512 h 6900030"/>
              <a:gd name="connsiteX13" fmla="*/ 4957592 w 5238878"/>
              <a:gd name="connsiteY13" fmla="*/ 6884115 h 6900030"/>
              <a:gd name="connsiteX14" fmla="*/ 4530581 w 5238878"/>
              <a:gd name="connsiteY14" fmla="*/ 6642663 h 6900030"/>
              <a:gd name="connsiteX0" fmla="*/ 4530581 w 5694428"/>
              <a:gd name="connsiteY0" fmla="*/ 6661923 h 6919290"/>
              <a:gd name="connsiteX1" fmla="*/ 3578534 w 5694428"/>
              <a:gd name="connsiteY1" fmla="*/ 6494406 h 6919290"/>
              <a:gd name="connsiteX2" fmla="*/ 2308809 w 5694428"/>
              <a:gd name="connsiteY2" fmla="*/ 5791772 h 6919290"/>
              <a:gd name="connsiteX3" fmla="*/ 495249 w 5694428"/>
              <a:gd name="connsiteY3" fmla="*/ 4542092 h 6919290"/>
              <a:gd name="connsiteX4" fmla="*/ 45669 w 5694428"/>
              <a:gd name="connsiteY4" fmla="*/ 3444812 h 6919290"/>
              <a:gd name="connsiteX5" fmla="*/ 68529 w 5694428"/>
              <a:gd name="connsiteY5" fmla="*/ 2522792 h 6919290"/>
              <a:gd name="connsiteX6" fmla="*/ 518109 w 5694428"/>
              <a:gd name="connsiteY6" fmla="*/ 1562672 h 6919290"/>
              <a:gd name="connsiteX7" fmla="*/ 1302969 w 5694428"/>
              <a:gd name="connsiteY7" fmla="*/ 1440752 h 6919290"/>
              <a:gd name="connsiteX8" fmla="*/ 2430729 w 5694428"/>
              <a:gd name="connsiteY8" fmla="*/ 1014032 h 6919290"/>
              <a:gd name="connsiteX9" fmla="*/ 3817569 w 5694428"/>
              <a:gd name="connsiteY9" fmla="*/ 1014032 h 6919290"/>
              <a:gd name="connsiteX10" fmla="*/ 5143449 w 5694428"/>
              <a:gd name="connsiteY10" fmla="*/ 290132 h 6919290"/>
              <a:gd name="connsiteX11" fmla="*/ 5694127 w 5694428"/>
              <a:gd name="connsiteY11" fmla="*/ 6479475 h 6919290"/>
              <a:gd name="connsiteX12" fmla="*/ 5082489 w 5694428"/>
              <a:gd name="connsiteY12" fmla="*/ 6172772 h 6919290"/>
              <a:gd name="connsiteX13" fmla="*/ 4957592 w 5694428"/>
              <a:gd name="connsiteY13" fmla="*/ 6903375 h 6919290"/>
              <a:gd name="connsiteX14" fmla="*/ 4530581 w 5694428"/>
              <a:gd name="connsiteY14" fmla="*/ 6661923 h 6919290"/>
              <a:gd name="connsiteX0" fmla="*/ 4530581 w 5696809"/>
              <a:gd name="connsiteY0" fmla="*/ 6661923 h 7155677"/>
              <a:gd name="connsiteX1" fmla="*/ 3578534 w 5696809"/>
              <a:gd name="connsiteY1" fmla="*/ 6494406 h 7155677"/>
              <a:gd name="connsiteX2" fmla="*/ 2308809 w 5696809"/>
              <a:gd name="connsiteY2" fmla="*/ 5791772 h 7155677"/>
              <a:gd name="connsiteX3" fmla="*/ 495249 w 5696809"/>
              <a:gd name="connsiteY3" fmla="*/ 4542092 h 7155677"/>
              <a:gd name="connsiteX4" fmla="*/ 45669 w 5696809"/>
              <a:gd name="connsiteY4" fmla="*/ 3444812 h 7155677"/>
              <a:gd name="connsiteX5" fmla="*/ 68529 w 5696809"/>
              <a:gd name="connsiteY5" fmla="*/ 2522792 h 7155677"/>
              <a:gd name="connsiteX6" fmla="*/ 518109 w 5696809"/>
              <a:gd name="connsiteY6" fmla="*/ 1562672 h 7155677"/>
              <a:gd name="connsiteX7" fmla="*/ 1302969 w 5696809"/>
              <a:gd name="connsiteY7" fmla="*/ 1440752 h 7155677"/>
              <a:gd name="connsiteX8" fmla="*/ 2430729 w 5696809"/>
              <a:gd name="connsiteY8" fmla="*/ 1014032 h 7155677"/>
              <a:gd name="connsiteX9" fmla="*/ 3817569 w 5696809"/>
              <a:gd name="connsiteY9" fmla="*/ 1014032 h 7155677"/>
              <a:gd name="connsiteX10" fmla="*/ 5143449 w 5696809"/>
              <a:gd name="connsiteY10" fmla="*/ 290132 h 7155677"/>
              <a:gd name="connsiteX11" fmla="*/ 5694127 w 5696809"/>
              <a:gd name="connsiteY11" fmla="*/ 6479475 h 7155677"/>
              <a:gd name="connsiteX12" fmla="*/ 5364902 w 5696809"/>
              <a:gd name="connsiteY12" fmla="*/ 6996128 h 7155677"/>
              <a:gd name="connsiteX13" fmla="*/ 4957592 w 5696809"/>
              <a:gd name="connsiteY13" fmla="*/ 6903375 h 7155677"/>
              <a:gd name="connsiteX14" fmla="*/ 4530581 w 5696809"/>
              <a:gd name="connsiteY14" fmla="*/ 6661923 h 71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696809" h="7155677">
                <a:moveTo>
                  <a:pt x="4530581" y="6661923"/>
                </a:moveTo>
                <a:cubicBezTo>
                  <a:pt x="4300738" y="6593762"/>
                  <a:pt x="3948829" y="6639431"/>
                  <a:pt x="3578534" y="6494406"/>
                </a:cubicBezTo>
                <a:cubicBezTo>
                  <a:pt x="3208239" y="6349381"/>
                  <a:pt x="2822690" y="6117158"/>
                  <a:pt x="2308809" y="5791772"/>
                </a:cubicBezTo>
                <a:cubicBezTo>
                  <a:pt x="1794928" y="5466386"/>
                  <a:pt x="872439" y="4933252"/>
                  <a:pt x="495249" y="4542092"/>
                </a:cubicBezTo>
                <a:cubicBezTo>
                  <a:pt x="118059" y="4150932"/>
                  <a:pt x="116789" y="3781362"/>
                  <a:pt x="45669" y="3444812"/>
                </a:cubicBezTo>
                <a:cubicBezTo>
                  <a:pt x="-25451" y="3108262"/>
                  <a:pt x="-10211" y="2836482"/>
                  <a:pt x="68529" y="2522792"/>
                </a:cubicBezTo>
                <a:cubicBezTo>
                  <a:pt x="147269" y="2209102"/>
                  <a:pt x="312369" y="1743012"/>
                  <a:pt x="518109" y="1562672"/>
                </a:cubicBezTo>
                <a:cubicBezTo>
                  <a:pt x="723849" y="1382332"/>
                  <a:pt x="984199" y="1532192"/>
                  <a:pt x="1302969" y="1440752"/>
                </a:cubicBezTo>
                <a:cubicBezTo>
                  <a:pt x="1621739" y="1349312"/>
                  <a:pt x="2011629" y="1085152"/>
                  <a:pt x="2430729" y="1014032"/>
                </a:cubicBezTo>
                <a:cubicBezTo>
                  <a:pt x="2849829" y="942912"/>
                  <a:pt x="3365449" y="1134682"/>
                  <a:pt x="3817569" y="1014032"/>
                </a:cubicBezTo>
                <a:cubicBezTo>
                  <a:pt x="4269689" y="893382"/>
                  <a:pt x="4830689" y="-620775"/>
                  <a:pt x="5143449" y="290132"/>
                </a:cubicBezTo>
                <a:cubicBezTo>
                  <a:pt x="5456209" y="1201039"/>
                  <a:pt x="5657218" y="5361809"/>
                  <a:pt x="5694127" y="6479475"/>
                </a:cubicBezTo>
                <a:cubicBezTo>
                  <a:pt x="5731036" y="7597141"/>
                  <a:pt x="5375062" y="6991048"/>
                  <a:pt x="5364902" y="6996128"/>
                </a:cubicBezTo>
                <a:cubicBezTo>
                  <a:pt x="5354742" y="7001208"/>
                  <a:pt x="5096645" y="6959076"/>
                  <a:pt x="4957592" y="6903375"/>
                </a:cubicBezTo>
                <a:cubicBezTo>
                  <a:pt x="4818539" y="6847674"/>
                  <a:pt x="4760424" y="6730084"/>
                  <a:pt x="4530581" y="6661923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693BBB9-28B4-F731-6853-F77E38681395}"/>
              </a:ext>
            </a:extLst>
          </p:cNvPr>
          <p:cNvSpPr/>
          <p:nvPr/>
        </p:nvSpPr>
        <p:spPr>
          <a:xfrm>
            <a:off x="1254168" y="1852466"/>
            <a:ext cx="3940132" cy="3900634"/>
          </a:xfrm>
          <a:prstGeom prst="ellipse">
            <a:avLst/>
          </a:prstGeom>
          <a:solidFill>
            <a:schemeClr val="tx1">
              <a:alpha val="0"/>
            </a:schemeClr>
          </a:solidFill>
          <a:ln w="136525">
            <a:solidFill>
              <a:srgbClr val="8B2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1008E-86D6-FB01-F322-3DBDA454C9B4}"/>
              </a:ext>
            </a:extLst>
          </p:cNvPr>
          <p:cNvSpPr txBox="1"/>
          <p:nvPr/>
        </p:nvSpPr>
        <p:spPr>
          <a:xfrm>
            <a:off x="541783" y="319341"/>
            <a:ext cx="6876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ЕДИНАЯ ЭКОСИСТЕМА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C0B2A11-D218-741F-3332-805593D4A244}"/>
              </a:ext>
            </a:extLst>
          </p:cNvPr>
          <p:cNvSpPr/>
          <p:nvPr/>
        </p:nvSpPr>
        <p:spPr>
          <a:xfrm>
            <a:off x="-116941" y="3654885"/>
            <a:ext cx="2742218" cy="707886"/>
          </a:xfrm>
          <a:prstGeom prst="roundRect">
            <a:avLst>
              <a:gd name="adj" fmla="val 50000"/>
            </a:avLst>
          </a:prstGeom>
          <a:solidFill>
            <a:srgbClr val="09061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ООПТ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0377A84-5C1C-16F7-D89E-587350F3966F}"/>
              </a:ext>
            </a:extLst>
          </p:cNvPr>
          <p:cNvSpPr/>
          <p:nvPr/>
        </p:nvSpPr>
        <p:spPr>
          <a:xfrm>
            <a:off x="1894940" y="1556670"/>
            <a:ext cx="2742218" cy="7078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ПЛАТФОРМА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3FC27F3-6741-DB97-3B9F-4A995499CABF}"/>
              </a:ext>
            </a:extLst>
          </p:cNvPr>
          <p:cNvSpPr/>
          <p:nvPr/>
        </p:nvSpPr>
        <p:spPr>
          <a:xfrm>
            <a:off x="3382033" y="4600331"/>
            <a:ext cx="2742218" cy="7078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ВОЛОНТЕРЫ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961487-BEC1-38D2-C1B7-240793F6E733}"/>
              </a:ext>
            </a:extLst>
          </p:cNvPr>
          <p:cNvSpPr/>
          <p:nvPr/>
        </p:nvSpPr>
        <p:spPr>
          <a:xfrm>
            <a:off x="6235043" y="1136736"/>
            <a:ext cx="5733770" cy="1494847"/>
          </a:xfrm>
          <a:prstGeom prst="roundRect">
            <a:avLst>
              <a:gd name="adj" fmla="val 11575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Сотрудник ООПТ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выявляет проблему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создаёт мероприятие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привлекает волонтёров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634F2CF-3C45-7521-795A-8934EFA72D47}"/>
              </a:ext>
            </a:extLst>
          </p:cNvPr>
          <p:cNvSpPr/>
          <p:nvPr/>
        </p:nvSpPr>
        <p:spPr>
          <a:xfrm>
            <a:off x="6235043" y="2794000"/>
            <a:ext cx="5733770" cy="2032000"/>
          </a:xfrm>
          <a:prstGeom prst="roundRect">
            <a:avLst>
              <a:gd name="adj" fmla="val 11575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Волонтёр</a:t>
            </a:r>
            <a:r>
              <a:rPr lang="ru-RU" sz="2400" dirty="0">
                <a:latin typeface="Arial Black" panose="020B0A04020102020204" pitchFamily="34" charset="0"/>
              </a:rPr>
              <a:t/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обучается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тренируется в симуляторе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находит реальную проблему</a:t>
            </a:r>
            <a:br>
              <a:rPr lang="ru-RU" sz="2400" dirty="0">
                <a:latin typeface="Arial Black" panose="020B0A04020102020204" pitchFamily="34" charset="0"/>
              </a:rPr>
            </a:br>
            <a:r>
              <a:rPr lang="ru-RU" sz="2400" dirty="0">
                <a:latin typeface="Arial Black" panose="020B0A04020102020204" pitchFamily="34" charset="0"/>
              </a:rPr>
              <a:t>→ участвует в её решении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813B173-3FEB-7D77-9BA6-D637DF43531E}"/>
              </a:ext>
            </a:extLst>
          </p:cNvPr>
          <p:cNvSpPr/>
          <p:nvPr/>
        </p:nvSpPr>
        <p:spPr>
          <a:xfrm>
            <a:off x="6235043" y="4954274"/>
            <a:ext cx="5733770" cy="1555545"/>
          </a:xfrm>
          <a:prstGeom prst="roundRect">
            <a:avLst>
              <a:gd name="adj" fmla="val 11575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rgbClr val="9900FF"/>
                </a:solidFill>
                <a:latin typeface="Arial Black" panose="020B0A04020102020204" pitchFamily="34" charset="0"/>
              </a:rPr>
              <a:t>Знания превращаются в реальные экологические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50761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F749-5D1D-5DCF-C737-9BEE2F9DB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6E9719EC-9474-7816-E1E2-C3D39885A281}"/>
              </a:ext>
            </a:extLst>
          </p:cNvPr>
          <p:cNvSpPr/>
          <p:nvPr/>
        </p:nvSpPr>
        <p:spPr>
          <a:xfrm rot="16518847">
            <a:off x="-3736614" y="-2768521"/>
            <a:ext cx="10126531" cy="10925040"/>
          </a:xfrm>
          <a:custGeom>
            <a:avLst/>
            <a:gdLst>
              <a:gd name="connsiteX0" fmla="*/ 3109330 w 7937989"/>
              <a:gd name="connsiteY0" fmla="*/ 8847881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3109330 w 7937989"/>
              <a:gd name="connsiteY43" fmla="*/ 8847881 h 10925040"/>
              <a:gd name="connsiteX0" fmla="*/ 1925472 w 7937989"/>
              <a:gd name="connsiteY0" fmla="*/ 9738030 h 10925040"/>
              <a:gd name="connsiteX1" fmla="*/ 1774015 w 7937989"/>
              <a:gd name="connsiteY1" fmla="*/ 8543081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04644 w 7937989"/>
              <a:gd name="connsiteY40" fmla="*/ 8731766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1759501 w 7937989"/>
              <a:gd name="connsiteY41" fmla="*/ 8455995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807082 w 7937989"/>
              <a:gd name="connsiteY40" fmla="*/ 10214572 h 10925040"/>
              <a:gd name="connsiteX41" fmla="*/ 2236922 w 7937989"/>
              <a:gd name="connsiteY41" fmla="*/ 10873258 h 10925040"/>
              <a:gd name="connsiteX42" fmla="*/ 3152872 w 7937989"/>
              <a:gd name="connsiteY42" fmla="*/ 8818852 h 10925040"/>
              <a:gd name="connsiteX43" fmla="*/ 1925472 w 7937989"/>
              <a:gd name="connsiteY43" fmla="*/ 9738030 h 10925040"/>
              <a:gd name="connsiteX0" fmla="*/ 1925472 w 7937989"/>
              <a:gd name="connsiteY0" fmla="*/ 9738030 h 11368306"/>
              <a:gd name="connsiteX1" fmla="*/ 1524368 w 7937989"/>
              <a:gd name="connsiteY1" fmla="*/ 9350489 h 11368306"/>
              <a:gd name="connsiteX2" fmla="*/ 1324072 w 7937989"/>
              <a:gd name="connsiteY2" fmla="*/ 7933481 h 11368306"/>
              <a:gd name="connsiteX3" fmla="*/ 1033787 w 7937989"/>
              <a:gd name="connsiteY3" fmla="*/ 7149709 h 11368306"/>
              <a:gd name="connsiteX4" fmla="*/ 714472 w 7937989"/>
              <a:gd name="connsiteY4" fmla="*/ 6177252 h 11368306"/>
              <a:gd name="connsiteX5" fmla="*/ 699958 w 7937989"/>
              <a:gd name="connsiteY5" fmla="*/ 5306395 h 11368306"/>
              <a:gd name="connsiteX6" fmla="*/ 627387 w 7937989"/>
              <a:gd name="connsiteY6" fmla="*/ 4725823 h 11368306"/>
              <a:gd name="connsiteX7" fmla="*/ 250015 w 7937989"/>
              <a:gd name="connsiteY7" fmla="*/ 4406509 h 11368306"/>
              <a:gd name="connsiteX8" fmla="*/ 17787 w 7937989"/>
              <a:gd name="connsiteY8" fmla="*/ 4000109 h 11368306"/>
              <a:gd name="connsiteX9" fmla="*/ 32301 w 7937989"/>
              <a:gd name="connsiteY9" fmla="*/ 3361481 h 11368306"/>
              <a:gd name="connsiteX10" fmla="*/ 162930 w 7937989"/>
              <a:gd name="connsiteY10" fmla="*/ 2679309 h 11368306"/>
              <a:gd name="connsiteX11" fmla="*/ 322587 w 7937989"/>
              <a:gd name="connsiteY11" fmla="*/ 2156795 h 11368306"/>
              <a:gd name="connsiteX12" fmla="*/ 438701 w 7937989"/>
              <a:gd name="connsiteY12" fmla="*/ 1547195 h 11368306"/>
              <a:gd name="connsiteX13" fmla="*/ 583844 w 7937989"/>
              <a:gd name="connsiteY13" fmla="*/ 1111766 h 11368306"/>
              <a:gd name="connsiteX14" fmla="*/ 816072 w 7937989"/>
              <a:gd name="connsiteY14" fmla="*/ 777938 h 11368306"/>
              <a:gd name="connsiteX15" fmla="*/ 1295044 w 7937989"/>
              <a:gd name="connsiteY15" fmla="*/ 298966 h 11368306"/>
              <a:gd name="connsiteX16" fmla="*/ 1715958 w 7937989"/>
              <a:gd name="connsiteY16" fmla="*/ 52223 h 11368306"/>
              <a:gd name="connsiteX17" fmla="*/ 2238472 w 7937989"/>
              <a:gd name="connsiteY17" fmla="*/ 23195 h 11368306"/>
              <a:gd name="connsiteX18" fmla="*/ 2906130 w 7937989"/>
              <a:gd name="connsiteY18" fmla="*/ 327995 h 11368306"/>
              <a:gd name="connsiteX19" fmla="*/ 3559272 w 7937989"/>
              <a:gd name="connsiteY19" fmla="*/ 603766 h 11368306"/>
              <a:gd name="connsiteX20" fmla="*/ 4255958 w 7937989"/>
              <a:gd name="connsiteY20" fmla="*/ 734395 h 11368306"/>
              <a:gd name="connsiteX21" fmla="*/ 4967158 w 7937989"/>
              <a:gd name="connsiteY21" fmla="*/ 792452 h 11368306"/>
              <a:gd name="connsiteX22" fmla="*/ 5663844 w 7937989"/>
              <a:gd name="connsiteY22" fmla="*/ 879538 h 11368306"/>
              <a:gd name="connsiteX23" fmla="*/ 6012187 w 7937989"/>
              <a:gd name="connsiteY23" fmla="*/ 1126281 h 11368306"/>
              <a:gd name="connsiteX24" fmla="*/ 6026701 w 7937989"/>
              <a:gd name="connsiteY24" fmla="*/ 1605252 h 11368306"/>
              <a:gd name="connsiteX25" fmla="*/ 6491158 w 7937989"/>
              <a:gd name="connsiteY25" fmla="*/ 1924566 h 11368306"/>
              <a:gd name="connsiteX26" fmla="*/ 6999158 w 7937989"/>
              <a:gd name="connsiteY26" fmla="*/ 2171309 h 11368306"/>
              <a:gd name="connsiteX27" fmla="*/ 7362015 w 7937989"/>
              <a:gd name="connsiteY27" fmla="*/ 2621252 h 11368306"/>
              <a:gd name="connsiteX28" fmla="*/ 7463615 w 7937989"/>
              <a:gd name="connsiteY28" fmla="*/ 3434052 h 11368306"/>
              <a:gd name="connsiteX29" fmla="*/ 7928072 w 7937989"/>
              <a:gd name="connsiteY29" fmla="*/ 4508109 h 11368306"/>
              <a:gd name="connsiteX30" fmla="*/ 7710358 w 7937989"/>
              <a:gd name="connsiteY30" fmla="*/ 5335423 h 11368306"/>
              <a:gd name="connsiteX31" fmla="*/ 6912072 w 7937989"/>
              <a:gd name="connsiteY31" fmla="*/ 5799881 h 11368306"/>
              <a:gd name="connsiteX32" fmla="*/ 6200872 w 7937989"/>
              <a:gd name="connsiteY32" fmla="*/ 6409481 h 11368306"/>
              <a:gd name="connsiteX33" fmla="*/ 6316987 w 7937989"/>
              <a:gd name="connsiteY33" fmla="*/ 7701252 h 11368306"/>
              <a:gd name="connsiteX34" fmla="*/ 6999158 w 7937989"/>
              <a:gd name="connsiteY34" fmla="*/ 8920452 h 11368306"/>
              <a:gd name="connsiteX35" fmla="*/ 7071730 w 7937989"/>
              <a:gd name="connsiteY35" fmla="*/ 10662166 h 11368306"/>
              <a:gd name="connsiteX36" fmla="*/ 5475158 w 7937989"/>
              <a:gd name="connsiteY36" fmla="*/ 10908909 h 11368306"/>
              <a:gd name="connsiteX37" fmla="*/ 4139844 w 7937989"/>
              <a:gd name="connsiteY37" fmla="*/ 10575081 h 11368306"/>
              <a:gd name="connsiteX38" fmla="*/ 2964187 w 7937989"/>
              <a:gd name="connsiteY38" fmla="*/ 10009023 h 11368306"/>
              <a:gd name="connsiteX39" fmla="*/ 2267501 w 7937989"/>
              <a:gd name="connsiteY39" fmla="*/ 9384909 h 11368306"/>
              <a:gd name="connsiteX40" fmla="*/ 1807082 w 7937989"/>
              <a:gd name="connsiteY40" fmla="*/ 10214572 h 11368306"/>
              <a:gd name="connsiteX41" fmla="*/ 2236922 w 7937989"/>
              <a:gd name="connsiteY41" fmla="*/ 10873258 h 11368306"/>
              <a:gd name="connsiteX42" fmla="*/ 1786261 w 7937989"/>
              <a:gd name="connsiteY42" fmla="*/ 11333108 h 11368306"/>
              <a:gd name="connsiteX43" fmla="*/ 1925472 w 7937989"/>
              <a:gd name="connsiteY43" fmla="*/ 9738030 h 1136830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807082 w 7937989"/>
              <a:gd name="connsiteY40" fmla="*/ 10214572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2585985 w 7937989"/>
              <a:gd name="connsiteY40" fmla="*/ 10318936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64526"/>
              <a:gd name="connsiteX1" fmla="*/ 1524368 w 7937989"/>
              <a:gd name="connsiteY1" fmla="*/ 9350489 h 11364526"/>
              <a:gd name="connsiteX2" fmla="*/ 1324072 w 7937989"/>
              <a:gd name="connsiteY2" fmla="*/ 7933481 h 11364526"/>
              <a:gd name="connsiteX3" fmla="*/ 1033787 w 7937989"/>
              <a:gd name="connsiteY3" fmla="*/ 7149709 h 11364526"/>
              <a:gd name="connsiteX4" fmla="*/ 714472 w 7937989"/>
              <a:gd name="connsiteY4" fmla="*/ 6177252 h 11364526"/>
              <a:gd name="connsiteX5" fmla="*/ 699958 w 7937989"/>
              <a:gd name="connsiteY5" fmla="*/ 5306395 h 11364526"/>
              <a:gd name="connsiteX6" fmla="*/ 627387 w 7937989"/>
              <a:gd name="connsiteY6" fmla="*/ 4725823 h 11364526"/>
              <a:gd name="connsiteX7" fmla="*/ 250015 w 7937989"/>
              <a:gd name="connsiteY7" fmla="*/ 4406509 h 11364526"/>
              <a:gd name="connsiteX8" fmla="*/ 17787 w 7937989"/>
              <a:gd name="connsiteY8" fmla="*/ 4000109 h 11364526"/>
              <a:gd name="connsiteX9" fmla="*/ 32301 w 7937989"/>
              <a:gd name="connsiteY9" fmla="*/ 3361481 h 11364526"/>
              <a:gd name="connsiteX10" fmla="*/ 162930 w 7937989"/>
              <a:gd name="connsiteY10" fmla="*/ 2679309 h 11364526"/>
              <a:gd name="connsiteX11" fmla="*/ 322587 w 7937989"/>
              <a:gd name="connsiteY11" fmla="*/ 2156795 h 11364526"/>
              <a:gd name="connsiteX12" fmla="*/ 438701 w 7937989"/>
              <a:gd name="connsiteY12" fmla="*/ 1547195 h 11364526"/>
              <a:gd name="connsiteX13" fmla="*/ 583844 w 7937989"/>
              <a:gd name="connsiteY13" fmla="*/ 1111766 h 11364526"/>
              <a:gd name="connsiteX14" fmla="*/ 816072 w 7937989"/>
              <a:gd name="connsiteY14" fmla="*/ 777938 h 11364526"/>
              <a:gd name="connsiteX15" fmla="*/ 1295044 w 7937989"/>
              <a:gd name="connsiteY15" fmla="*/ 298966 h 11364526"/>
              <a:gd name="connsiteX16" fmla="*/ 1715958 w 7937989"/>
              <a:gd name="connsiteY16" fmla="*/ 52223 h 11364526"/>
              <a:gd name="connsiteX17" fmla="*/ 2238472 w 7937989"/>
              <a:gd name="connsiteY17" fmla="*/ 23195 h 11364526"/>
              <a:gd name="connsiteX18" fmla="*/ 2906130 w 7937989"/>
              <a:gd name="connsiteY18" fmla="*/ 327995 h 11364526"/>
              <a:gd name="connsiteX19" fmla="*/ 3559272 w 7937989"/>
              <a:gd name="connsiteY19" fmla="*/ 603766 h 11364526"/>
              <a:gd name="connsiteX20" fmla="*/ 4255958 w 7937989"/>
              <a:gd name="connsiteY20" fmla="*/ 734395 h 11364526"/>
              <a:gd name="connsiteX21" fmla="*/ 4967158 w 7937989"/>
              <a:gd name="connsiteY21" fmla="*/ 792452 h 11364526"/>
              <a:gd name="connsiteX22" fmla="*/ 5663844 w 7937989"/>
              <a:gd name="connsiteY22" fmla="*/ 879538 h 11364526"/>
              <a:gd name="connsiteX23" fmla="*/ 6012187 w 7937989"/>
              <a:gd name="connsiteY23" fmla="*/ 1126281 h 11364526"/>
              <a:gd name="connsiteX24" fmla="*/ 6026701 w 7937989"/>
              <a:gd name="connsiteY24" fmla="*/ 1605252 h 11364526"/>
              <a:gd name="connsiteX25" fmla="*/ 6491158 w 7937989"/>
              <a:gd name="connsiteY25" fmla="*/ 1924566 h 11364526"/>
              <a:gd name="connsiteX26" fmla="*/ 6999158 w 7937989"/>
              <a:gd name="connsiteY26" fmla="*/ 2171309 h 11364526"/>
              <a:gd name="connsiteX27" fmla="*/ 7362015 w 7937989"/>
              <a:gd name="connsiteY27" fmla="*/ 2621252 h 11364526"/>
              <a:gd name="connsiteX28" fmla="*/ 7463615 w 7937989"/>
              <a:gd name="connsiteY28" fmla="*/ 3434052 h 11364526"/>
              <a:gd name="connsiteX29" fmla="*/ 7928072 w 7937989"/>
              <a:gd name="connsiteY29" fmla="*/ 4508109 h 11364526"/>
              <a:gd name="connsiteX30" fmla="*/ 7710358 w 7937989"/>
              <a:gd name="connsiteY30" fmla="*/ 5335423 h 11364526"/>
              <a:gd name="connsiteX31" fmla="*/ 6912072 w 7937989"/>
              <a:gd name="connsiteY31" fmla="*/ 5799881 h 11364526"/>
              <a:gd name="connsiteX32" fmla="*/ 6200872 w 7937989"/>
              <a:gd name="connsiteY32" fmla="*/ 6409481 h 11364526"/>
              <a:gd name="connsiteX33" fmla="*/ 6316987 w 7937989"/>
              <a:gd name="connsiteY33" fmla="*/ 7701252 h 11364526"/>
              <a:gd name="connsiteX34" fmla="*/ 6999158 w 7937989"/>
              <a:gd name="connsiteY34" fmla="*/ 8920452 h 11364526"/>
              <a:gd name="connsiteX35" fmla="*/ 7071730 w 7937989"/>
              <a:gd name="connsiteY35" fmla="*/ 10662166 h 11364526"/>
              <a:gd name="connsiteX36" fmla="*/ 5475158 w 7937989"/>
              <a:gd name="connsiteY36" fmla="*/ 10908909 h 11364526"/>
              <a:gd name="connsiteX37" fmla="*/ 4139844 w 7937989"/>
              <a:gd name="connsiteY37" fmla="*/ 10575081 h 11364526"/>
              <a:gd name="connsiteX38" fmla="*/ 2964187 w 7937989"/>
              <a:gd name="connsiteY38" fmla="*/ 10009023 h 11364526"/>
              <a:gd name="connsiteX39" fmla="*/ 2267501 w 7937989"/>
              <a:gd name="connsiteY39" fmla="*/ 9384909 h 11364526"/>
              <a:gd name="connsiteX40" fmla="*/ 1986099 w 7937989"/>
              <a:gd name="connsiteY40" fmla="*/ 10352635 h 11364526"/>
              <a:gd name="connsiteX41" fmla="*/ 2236922 w 7937989"/>
              <a:gd name="connsiteY41" fmla="*/ 10873258 h 11364526"/>
              <a:gd name="connsiteX42" fmla="*/ 1786261 w 7937989"/>
              <a:gd name="connsiteY42" fmla="*/ 11333108 h 11364526"/>
              <a:gd name="connsiteX43" fmla="*/ 1424324 w 7937989"/>
              <a:gd name="connsiteY43" fmla="*/ 9816238 h 11364526"/>
              <a:gd name="connsiteX0" fmla="*/ 1424324 w 7937989"/>
              <a:gd name="connsiteY0" fmla="*/ 9816238 h 11373861"/>
              <a:gd name="connsiteX1" fmla="*/ 1524368 w 7937989"/>
              <a:gd name="connsiteY1" fmla="*/ 9350489 h 11373861"/>
              <a:gd name="connsiteX2" fmla="*/ 1324072 w 7937989"/>
              <a:gd name="connsiteY2" fmla="*/ 7933481 h 11373861"/>
              <a:gd name="connsiteX3" fmla="*/ 1033787 w 7937989"/>
              <a:gd name="connsiteY3" fmla="*/ 7149709 h 11373861"/>
              <a:gd name="connsiteX4" fmla="*/ 714472 w 7937989"/>
              <a:gd name="connsiteY4" fmla="*/ 6177252 h 11373861"/>
              <a:gd name="connsiteX5" fmla="*/ 699958 w 7937989"/>
              <a:gd name="connsiteY5" fmla="*/ 5306395 h 11373861"/>
              <a:gd name="connsiteX6" fmla="*/ 627387 w 7937989"/>
              <a:gd name="connsiteY6" fmla="*/ 4725823 h 11373861"/>
              <a:gd name="connsiteX7" fmla="*/ 250015 w 7937989"/>
              <a:gd name="connsiteY7" fmla="*/ 4406509 h 11373861"/>
              <a:gd name="connsiteX8" fmla="*/ 17787 w 7937989"/>
              <a:gd name="connsiteY8" fmla="*/ 4000109 h 11373861"/>
              <a:gd name="connsiteX9" fmla="*/ 32301 w 7937989"/>
              <a:gd name="connsiteY9" fmla="*/ 3361481 h 11373861"/>
              <a:gd name="connsiteX10" fmla="*/ 162930 w 7937989"/>
              <a:gd name="connsiteY10" fmla="*/ 2679309 h 11373861"/>
              <a:gd name="connsiteX11" fmla="*/ 322587 w 7937989"/>
              <a:gd name="connsiteY11" fmla="*/ 2156795 h 11373861"/>
              <a:gd name="connsiteX12" fmla="*/ 438701 w 7937989"/>
              <a:gd name="connsiteY12" fmla="*/ 1547195 h 11373861"/>
              <a:gd name="connsiteX13" fmla="*/ 583844 w 7937989"/>
              <a:gd name="connsiteY13" fmla="*/ 1111766 h 11373861"/>
              <a:gd name="connsiteX14" fmla="*/ 816072 w 7937989"/>
              <a:gd name="connsiteY14" fmla="*/ 777938 h 11373861"/>
              <a:gd name="connsiteX15" fmla="*/ 1295044 w 7937989"/>
              <a:gd name="connsiteY15" fmla="*/ 298966 h 11373861"/>
              <a:gd name="connsiteX16" fmla="*/ 1715958 w 7937989"/>
              <a:gd name="connsiteY16" fmla="*/ 52223 h 11373861"/>
              <a:gd name="connsiteX17" fmla="*/ 2238472 w 7937989"/>
              <a:gd name="connsiteY17" fmla="*/ 23195 h 11373861"/>
              <a:gd name="connsiteX18" fmla="*/ 2906130 w 7937989"/>
              <a:gd name="connsiteY18" fmla="*/ 327995 h 11373861"/>
              <a:gd name="connsiteX19" fmla="*/ 3559272 w 7937989"/>
              <a:gd name="connsiteY19" fmla="*/ 603766 h 11373861"/>
              <a:gd name="connsiteX20" fmla="*/ 4255958 w 7937989"/>
              <a:gd name="connsiteY20" fmla="*/ 734395 h 11373861"/>
              <a:gd name="connsiteX21" fmla="*/ 4967158 w 7937989"/>
              <a:gd name="connsiteY21" fmla="*/ 792452 h 11373861"/>
              <a:gd name="connsiteX22" fmla="*/ 5663844 w 7937989"/>
              <a:gd name="connsiteY22" fmla="*/ 879538 h 11373861"/>
              <a:gd name="connsiteX23" fmla="*/ 6012187 w 7937989"/>
              <a:gd name="connsiteY23" fmla="*/ 1126281 h 11373861"/>
              <a:gd name="connsiteX24" fmla="*/ 6026701 w 7937989"/>
              <a:gd name="connsiteY24" fmla="*/ 1605252 h 11373861"/>
              <a:gd name="connsiteX25" fmla="*/ 6491158 w 7937989"/>
              <a:gd name="connsiteY25" fmla="*/ 1924566 h 11373861"/>
              <a:gd name="connsiteX26" fmla="*/ 6999158 w 7937989"/>
              <a:gd name="connsiteY26" fmla="*/ 2171309 h 11373861"/>
              <a:gd name="connsiteX27" fmla="*/ 7362015 w 7937989"/>
              <a:gd name="connsiteY27" fmla="*/ 2621252 h 11373861"/>
              <a:gd name="connsiteX28" fmla="*/ 7463615 w 7937989"/>
              <a:gd name="connsiteY28" fmla="*/ 3434052 h 11373861"/>
              <a:gd name="connsiteX29" fmla="*/ 7928072 w 7937989"/>
              <a:gd name="connsiteY29" fmla="*/ 4508109 h 11373861"/>
              <a:gd name="connsiteX30" fmla="*/ 7710358 w 7937989"/>
              <a:gd name="connsiteY30" fmla="*/ 5335423 h 11373861"/>
              <a:gd name="connsiteX31" fmla="*/ 6912072 w 7937989"/>
              <a:gd name="connsiteY31" fmla="*/ 5799881 h 11373861"/>
              <a:gd name="connsiteX32" fmla="*/ 6200872 w 7937989"/>
              <a:gd name="connsiteY32" fmla="*/ 6409481 h 11373861"/>
              <a:gd name="connsiteX33" fmla="*/ 6316987 w 7937989"/>
              <a:gd name="connsiteY33" fmla="*/ 7701252 h 11373861"/>
              <a:gd name="connsiteX34" fmla="*/ 6999158 w 7937989"/>
              <a:gd name="connsiteY34" fmla="*/ 8920452 h 11373861"/>
              <a:gd name="connsiteX35" fmla="*/ 7071730 w 7937989"/>
              <a:gd name="connsiteY35" fmla="*/ 10662166 h 11373861"/>
              <a:gd name="connsiteX36" fmla="*/ 5475158 w 7937989"/>
              <a:gd name="connsiteY36" fmla="*/ 10908909 h 11373861"/>
              <a:gd name="connsiteX37" fmla="*/ 4139844 w 7937989"/>
              <a:gd name="connsiteY37" fmla="*/ 10575081 h 11373861"/>
              <a:gd name="connsiteX38" fmla="*/ 2964187 w 7937989"/>
              <a:gd name="connsiteY38" fmla="*/ 10009023 h 11373861"/>
              <a:gd name="connsiteX39" fmla="*/ 2267501 w 7937989"/>
              <a:gd name="connsiteY39" fmla="*/ 9384909 h 11373861"/>
              <a:gd name="connsiteX40" fmla="*/ 1986099 w 7937989"/>
              <a:gd name="connsiteY40" fmla="*/ 10352635 h 11373861"/>
              <a:gd name="connsiteX41" fmla="*/ 1935117 w 7937989"/>
              <a:gd name="connsiteY41" fmla="*/ 10965296 h 11373861"/>
              <a:gd name="connsiteX42" fmla="*/ 1786261 w 7937989"/>
              <a:gd name="connsiteY42" fmla="*/ 11333108 h 11373861"/>
              <a:gd name="connsiteX43" fmla="*/ 1424324 w 7937989"/>
              <a:gd name="connsiteY43" fmla="*/ 9816238 h 11373861"/>
              <a:gd name="connsiteX0" fmla="*/ 1424324 w 7937989"/>
              <a:gd name="connsiteY0" fmla="*/ 9816238 h 10965446"/>
              <a:gd name="connsiteX1" fmla="*/ 1524368 w 7937989"/>
              <a:gd name="connsiteY1" fmla="*/ 9350489 h 10965446"/>
              <a:gd name="connsiteX2" fmla="*/ 1324072 w 7937989"/>
              <a:gd name="connsiteY2" fmla="*/ 7933481 h 10965446"/>
              <a:gd name="connsiteX3" fmla="*/ 1033787 w 7937989"/>
              <a:gd name="connsiteY3" fmla="*/ 7149709 h 10965446"/>
              <a:gd name="connsiteX4" fmla="*/ 714472 w 7937989"/>
              <a:gd name="connsiteY4" fmla="*/ 6177252 h 10965446"/>
              <a:gd name="connsiteX5" fmla="*/ 699958 w 7937989"/>
              <a:gd name="connsiteY5" fmla="*/ 5306395 h 10965446"/>
              <a:gd name="connsiteX6" fmla="*/ 627387 w 7937989"/>
              <a:gd name="connsiteY6" fmla="*/ 4725823 h 10965446"/>
              <a:gd name="connsiteX7" fmla="*/ 250015 w 7937989"/>
              <a:gd name="connsiteY7" fmla="*/ 4406509 h 10965446"/>
              <a:gd name="connsiteX8" fmla="*/ 17787 w 7937989"/>
              <a:gd name="connsiteY8" fmla="*/ 4000109 h 10965446"/>
              <a:gd name="connsiteX9" fmla="*/ 32301 w 7937989"/>
              <a:gd name="connsiteY9" fmla="*/ 3361481 h 10965446"/>
              <a:gd name="connsiteX10" fmla="*/ 162930 w 7937989"/>
              <a:gd name="connsiteY10" fmla="*/ 2679309 h 10965446"/>
              <a:gd name="connsiteX11" fmla="*/ 322587 w 7937989"/>
              <a:gd name="connsiteY11" fmla="*/ 2156795 h 10965446"/>
              <a:gd name="connsiteX12" fmla="*/ 438701 w 7937989"/>
              <a:gd name="connsiteY12" fmla="*/ 1547195 h 10965446"/>
              <a:gd name="connsiteX13" fmla="*/ 583844 w 7937989"/>
              <a:gd name="connsiteY13" fmla="*/ 1111766 h 10965446"/>
              <a:gd name="connsiteX14" fmla="*/ 816072 w 7937989"/>
              <a:gd name="connsiteY14" fmla="*/ 777938 h 10965446"/>
              <a:gd name="connsiteX15" fmla="*/ 1295044 w 7937989"/>
              <a:gd name="connsiteY15" fmla="*/ 298966 h 10965446"/>
              <a:gd name="connsiteX16" fmla="*/ 1715958 w 7937989"/>
              <a:gd name="connsiteY16" fmla="*/ 52223 h 10965446"/>
              <a:gd name="connsiteX17" fmla="*/ 2238472 w 7937989"/>
              <a:gd name="connsiteY17" fmla="*/ 23195 h 10965446"/>
              <a:gd name="connsiteX18" fmla="*/ 2906130 w 7937989"/>
              <a:gd name="connsiteY18" fmla="*/ 327995 h 10965446"/>
              <a:gd name="connsiteX19" fmla="*/ 3559272 w 7937989"/>
              <a:gd name="connsiteY19" fmla="*/ 603766 h 10965446"/>
              <a:gd name="connsiteX20" fmla="*/ 4255958 w 7937989"/>
              <a:gd name="connsiteY20" fmla="*/ 734395 h 10965446"/>
              <a:gd name="connsiteX21" fmla="*/ 4967158 w 7937989"/>
              <a:gd name="connsiteY21" fmla="*/ 792452 h 10965446"/>
              <a:gd name="connsiteX22" fmla="*/ 5663844 w 7937989"/>
              <a:gd name="connsiteY22" fmla="*/ 879538 h 10965446"/>
              <a:gd name="connsiteX23" fmla="*/ 6012187 w 7937989"/>
              <a:gd name="connsiteY23" fmla="*/ 1126281 h 10965446"/>
              <a:gd name="connsiteX24" fmla="*/ 6026701 w 7937989"/>
              <a:gd name="connsiteY24" fmla="*/ 1605252 h 10965446"/>
              <a:gd name="connsiteX25" fmla="*/ 6491158 w 7937989"/>
              <a:gd name="connsiteY25" fmla="*/ 1924566 h 10965446"/>
              <a:gd name="connsiteX26" fmla="*/ 6999158 w 7937989"/>
              <a:gd name="connsiteY26" fmla="*/ 2171309 h 10965446"/>
              <a:gd name="connsiteX27" fmla="*/ 7362015 w 7937989"/>
              <a:gd name="connsiteY27" fmla="*/ 2621252 h 10965446"/>
              <a:gd name="connsiteX28" fmla="*/ 7463615 w 7937989"/>
              <a:gd name="connsiteY28" fmla="*/ 3434052 h 10965446"/>
              <a:gd name="connsiteX29" fmla="*/ 7928072 w 7937989"/>
              <a:gd name="connsiteY29" fmla="*/ 4508109 h 10965446"/>
              <a:gd name="connsiteX30" fmla="*/ 7710358 w 7937989"/>
              <a:gd name="connsiteY30" fmla="*/ 5335423 h 10965446"/>
              <a:gd name="connsiteX31" fmla="*/ 6912072 w 7937989"/>
              <a:gd name="connsiteY31" fmla="*/ 5799881 h 10965446"/>
              <a:gd name="connsiteX32" fmla="*/ 6200872 w 7937989"/>
              <a:gd name="connsiteY32" fmla="*/ 6409481 h 10965446"/>
              <a:gd name="connsiteX33" fmla="*/ 6316987 w 7937989"/>
              <a:gd name="connsiteY33" fmla="*/ 7701252 h 10965446"/>
              <a:gd name="connsiteX34" fmla="*/ 6999158 w 7937989"/>
              <a:gd name="connsiteY34" fmla="*/ 8920452 h 10965446"/>
              <a:gd name="connsiteX35" fmla="*/ 7071730 w 7937989"/>
              <a:gd name="connsiteY35" fmla="*/ 10662166 h 10965446"/>
              <a:gd name="connsiteX36" fmla="*/ 5475158 w 7937989"/>
              <a:gd name="connsiteY36" fmla="*/ 10908909 h 10965446"/>
              <a:gd name="connsiteX37" fmla="*/ 4139844 w 7937989"/>
              <a:gd name="connsiteY37" fmla="*/ 10575081 h 10965446"/>
              <a:gd name="connsiteX38" fmla="*/ 2964187 w 7937989"/>
              <a:gd name="connsiteY38" fmla="*/ 10009023 h 10965446"/>
              <a:gd name="connsiteX39" fmla="*/ 2267501 w 7937989"/>
              <a:gd name="connsiteY39" fmla="*/ 9384909 h 10965446"/>
              <a:gd name="connsiteX40" fmla="*/ 1986099 w 7937989"/>
              <a:gd name="connsiteY40" fmla="*/ 10352635 h 10965446"/>
              <a:gd name="connsiteX41" fmla="*/ 1935117 w 7937989"/>
              <a:gd name="connsiteY41" fmla="*/ 10965296 h 10965446"/>
              <a:gd name="connsiteX42" fmla="*/ 1766455 w 7937989"/>
              <a:gd name="connsiteY42" fmla="*/ 9751777 h 10965446"/>
              <a:gd name="connsiteX43" fmla="*/ 1424324 w 7937989"/>
              <a:gd name="connsiteY43" fmla="*/ 9816238 h 10965446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889061 w 7937989"/>
              <a:gd name="connsiteY41" fmla="*/ 9124695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424324 w 7937989"/>
              <a:gd name="connsiteY0" fmla="*/ 9816238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424324 w 7937989"/>
              <a:gd name="connsiteY43" fmla="*/ 9816238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267501 w 7937989"/>
              <a:gd name="connsiteY39" fmla="*/ 9384909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524368 w 7937989"/>
              <a:gd name="connsiteY1" fmla="*/ 9350489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766455 w 7937989"/>
              <a:gd name="connsiteY42" fmla="*/ 9751777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57460 w 7937989"/>
              <a:gd name="connsiteY41" fmla="*/ 10039916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682267 w 7937989"/>
              <a:gd name="connsiteY0" fmla="*/ 96263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682267 w 7937989"/>
              <a:gd name="connsiteY43" fmla="*/ 9626326 h 10925040"/>
              <a:gd name="connsiteX0" fmla="*/ 1556093 w 7937989"/>
              <a:gd name="connsiteY0" fmla="*/ 9407026 h 10925040"/>
              <a:gd name="connsiteX1" fmla="*/ 1419535 w 7937989"/>
              <a:gd name="connsiteY1" fmla="*/ 8819416 h 10925040"/>
              <a:gd name="connsiteX2" fmla="*/ 1324072 w 7937989"/>
              <a:gd name="connsiteY2" fmla="*/ 7933481 h 10925040"/>
              <a:gd name="connsiteX3" fmla="*/ 1033787 w 7937989"/>
              <a:gd name="connsiteY3" fmla="*/ 7149709 h 10925040"/>
              <a:gd name="connsiteX4" fmla="*/ 714472 w 7937989"/>
              <a:gd name="connsiteY4" fmla="*/ 6177252 h 10925040"/>
              <a:gd name="connsiteX5" fmla="*/ 699958 w 7937989"/>
              <a:gd name="connsiteY5" fmla="*/ 5306395 h 10925040"/>
              <a:gd name="connsiteX6" fmla="*/ 627387 w 7937989"/>
              <a:gd name="connsiteY6" fmla="*/ 4725823 h 10925040"/>
              <a:gd name="connsiteX7" fmla="*/ 250015 w 7937989"/>
              <a:gd name="connsiteY7" fmla="*/ 4406509 h 10925040"/>
              <a:gd name="connsiteX8" fmla="*/ 17787 w 7937989"/>
              <a:gd name="connsiteY8" fmla="*/ 4000109 h 10925040"/>
              <a:gd name="connsiteX9" fmla="*/ 32301 w 7937989"/>
              <a:gd name="connsiteY9" fmla="*/ 3361481 h 10925040"/>
              <a:gd name="connsiteX10" fmla="*/ 162930 w 7937989"/>
              <a:gd name="connsiteY10" fmla="*/ 2679309 h 10925040"/>
              <a:gd name="connsiteX11" fmla="*/ 322587 w 7937989"/>
              <a:gd name="connsiteY11" fmla="*/ 2156795 h 10925040"/>
              <a:gd name="connsiteX12" fmla="*/ 438701 w 7937989"/>
              <a:gd name="connsiteY12" fmla="*/ 1547195 h 10925040"/>
              <a:gd name="connsiteX13" fmla="*/ 583844 w 7937989"/>
              <a:gd name="connsiteY13" fmla="*/ 1111766 h 10925040"/>
              <a:gd name="connsiteX14" fmla="*/ 816072 w 7937989"/>
              <a:gd name="connsiteY14" fmla="*/ 777938 h 10925040"/>
              <a:gd name="connsiteX15" fmla="*/ 1295044 w 7937989"/>
              <a:gd name="connsiteY15" fmla="*/ 298966 h 10925040"/>
              <a:gd name="connsiteX16" fmla="*/ 1715958 w 7937989"/>
              <a:gd name="connsiteY16" fmla="*/ 52223 h 10925040"/>
              <a:gd name="connsiteX17" fmla="*/ 2238472 w 7937989"/>
              <a:gd name="connsiteY17" fmla="*/ 23195 h 10925040"/>
              <a:gd name="connsiteX18" fmla="*/ 2906130 w 7937989"/>
              <a:gd name="connsiteY18" fmla="*/ 327995 h 10925040"/>
              <a:gd name="connsiteX19" fmla="*/ 3559272 w 7937989"/>
              <a:gd name="connsiteY19" fmla="*/ 603766 h 10925040"/>
              <a:gd name="connsiteX20" fmla="*/ 4255958 w 7937989"/>
              <a:gd name="connsiteY20" fmla="*/ 734395 h 10925040"/>
              <a:gd name="connsiteX21" fmla="*/ 4967158 w 7937989"/>
              <a:gd name="connsiteY21" fmla="*/ 792452 h 10925040"/>
              <a:gd name="connsiteX22" fmla="*/ 5663844 w 7937989"/>
              <a:gd name="connsiteY22" fmla="*/ 879538 h 10925040"/>
              <a:gd name="connsiteX23" fmla="*/ 6012187 w 7937989"/>
              <a:gd name="connsiteY23" fmla="*/ 1126281 h 10925040"/>
              <a:gd name="connsiteX24" fmla="*/ 6026701 w 7937989"/>
              <a:gd name="connsiteY24" fmla="*/ 1605252 h 10925040"/>
              <a:gd name="connsiteX25" fmla="*/ 6491158 w 7937989"/>
              <a:gd name="connsiteY25" fmla="*/ 1924566 h 10925040"/>
              <a:gd name="connsiteX26" fmla="*/ 6999158 w 7937989"/>
              <a:gd name="connsiteY26" fmla="*/ 2171309 h 10925040"/>
              <a:gd name="connsiteX27" fmla="*/ 7362015 w 7937989"/>
              <a:gd name="connsiteY27" fmla="*/ 2621252 h 10925040"/>
              <a:gd name="connsiteX28" fmla="*/ 7463615 w 7937989"/>
              <a:gd name="connsiteY28" fmla="*/ 3434052 h 10925040"/>
              <a:gd name="connsiteX29" fmla="*/ 7928072 w 7937989"/>
              <a:gd name="connsiteY29" fmla="*/ 4508109 h 10925040"/>
              <a:gd name="connsiteX30" fmla="*/ 7710358 w 7937989"/>
              <a:gd name="connsiteY30" fmla="*/ 5335423 h 10925040"/>
              <a:gd name="connsiteX31" fmla="*/ 6912072 w 7937989"/>
              <a:gd name="connsiteY31" fmla="*/ 5799881 h 10925040"/>
              <a:gd name="connsiteX32" fmla="*/ 6200872 w 7937989"/>
              <a:gd name="connsiteY32" fmla="*/ 6409481 h 10925040"/>
              <a:gd name="connsiteX33" fmla="*/ 6316987 w 7937989"/>
              <a:gd name="connsiteY33" fmla="*/ 7701252 h 10925040"/>
              <a:gd name="connsiteX34" fmla="*/ 6999158 w 7937989"/>
              <a:gd name="connsiteY34" fmla="*/ 8920452 h 10925040"/>
              <a:gd name="connsiteX35" fmla="*/ 7071730 w 7937989"/>
              <a:gd name="connsiteY35" fmla="*/ 10662166 h 10925040"/>
              <a:gd name="connsiteX36" fmla="*/ 5475158 w 7937989"/>
              <a:gd name="connsiteY36" fmla="*/ 10908909 h 10925040"/>
              <a:gd name="connsiteX37" fmla="*/ 4139844 w 7937989"/>
              <a:gd name="connsiteY37" fmla="*/ 10575081 h 10925040"/>
              <a:gd name="connsiteX38" fmla="*/ 2964187 w 7937989"/>
              <a:gd name="connsiteY38" fmla="*/ 10009023 h 10925040"/>
              <a:gd name="connsiteX39" fmla="*/ 2357597 w 7937989"/>
              <a:gd name="connsiteY39" fmla="*/ 10217598 h 10925040"/>
              <a:gd name="connsiteX40" fmla="*/ 1986099 w 7937989"/>
              <a:gd name="connsiteY40" fmla="*/ 10352635 h 10925040"/>
              <a:gd name="connsiteX41" fmla="*/ 1704619 w 7937989"/>
              <a:gd name="connsiteY41" fmla="*/ 10121153 h 10925040"/>
              <a:gd name="connsiteX42" fmla="*/ 1668563 w 7937989"/>
              <a:gd name="connsiteY42" fmla="*/ 9819618 h 10925040"/>
              <a:gd name="connsiteX43" fmla="*/ 1556093 w 7937989"/>
              <a:gd name="connsiteY43" fmla="*/ 9407026 h 1092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7937989" h="10925040">
                <a:moveTo>
                  <a:pt x="1556093" y="9407026"/>
                </a:moveTo>
                <a:cubicBezTo>
                  <a:pt x="1514588" y="9240326"/>
                  <a:pt x="1458205" y="9065007"/>
                  <a:pt x="1419535" y="8819416"/>
                </a:cubicBezTo>
                <a:cubicBezTo>
                  <a:pt x="1380865" y="8573825"/>
                  <a:pt x="1388363" y="8211765"/>
                  <a:pt x="1324072" y="7933481"/>
                </a:cubicBezTo>
                <a:cubicBezTo>
                  <a:pt x="1259781" y="7655197"/>
                  <a:pt x="1135387" y="7442414"/>
                  <a:pt x="1033787" y="7149709"/>
                </a:cubicBezTo>
                <a:cubicBezTo>
                  <a:pt x="932187" y="6857004"/>
                  <a:pt x="770110" y="6484471"/>
                  <a:pt x="714472" y="6177252"/>
                </a:cubicBezTo>
                <a:cubicBezTo>
                  <a:pt x="658834" y="5870033"/>
                  <a:pt x="714472" y="5548300"/>
                  <a:pt x="699958" y="5306395"/>
                </a:cubicBezTo>
                <a:cubicBezTo>
                  <a:pt x="685444" y="5064490"/>
                  <a:pt x="702377" y="4875804"/>
                  <a:pt x="627387" y="4725823"/>
                </a:cubicBezTo>
                <a:cubicBezTo>
                  <a:pt x="552396" y="4575842"/>
                  <a:pt x="351615" y="4527461"/>
                  <a:pt x="250015" y="4406509"/>
                </a:cubicBezTo>
                <a:cubicBezTo>
                  <a:pt x="148415" y="4285557"/>
                  <a:pt x="54073" y="4174280"/>
                  <a:pt x="17787" y="4000109"/>
                </a:cubicBezTo>
                <a:cubicBezTo>
                  <a:pt x="-18499" y="3825938"/>
                  <a:pt x="8111" y="3581614"/>
                  <a:pt x="32301" y="3361481"/>
                </a:cubicBezTo>
                <a:cubicBezTo>
                  <a:pt x="56491" y="3141348"/>
                  <a:pt x="114549" y="2880090"/>
                  <a:pt x="162930" y="2679309"/>
                </a:cubicBezTo>
                <a:cubicBezTo>
                  <a:pt x="211311" y="2478528"/>
                  <a:pt x="276625" y="2345481"/>
                  <a:pt x="322587" y="2156795"/>
                </a:cubicBezTo>
                <a:cubicBezTo>
                  <a:pt x="368549" y="1968109"/>
                  <a:pt x="395158" y="1721366"/>
                  <a:pt x="438701" y="1547195"/>
                </a:cubicBezTo>
                <a:cubicBezTo>
                  <a:pt x="482244" y="1373024"/>
                  <a:pt x="520949" y="1239975"/>
                  <a:pt x="583844" y="1111766"/>
                </a:cubicBezTo>
                <a:cubicBezTo>
                  <a:pt x="646739" y="983557"/>
                  <a:pt x="697539" y="913405"/>
                  <a:pt x="816072" y="777938"/>
                </a:cubicBezTo>
                <a:cubicBezTo>
                  <a:pt x="934605" y="642471"/>
                  <a:pt x="1145063" y="419918"/>
                  <a:pt x="1295044" y="298966"/>
                </a:cubicBezTo>
                <a:cubicBezTo>
                  <a:pt x="1445025" y="178014"/>
                  <a:pt x="1558720" y="98185"/>
                  <a:pt x="1715958" y="52223"/>
                </a:cubicBezTo>
                <a:cubicBezTo>
                  <a:pt x="1873196" y="6261"/>
                  <a:pt x="2040110" y="-22767"/>
                  <a:pt x="2238472" y="23195"/>
                </a:cubicBezTo>
                <a:cubicBezTo>
                  <a:pt x="2436834" y="69157"/>
                  <a:pt x="2906130" y="327995"/>
                  <a:pt x="2906130" y="327995"/>
                </a:cubicBezTo>
                <a:cubicBezTo>
                  <a:pt x="3126263" y="424757"/>
                  <a:pt x="3334301" y="536033"/>
                  <a:pt x="3559272" y="603766"/>
                </a:cubicBezTo>
                <a:cubicBezTo>
                  <a:pt x="3784243" y="671499"/>
                  <a:pt x="4021310" y="702947"/>
                  <a:pt x="4255958" y="734395"/>
                </a:cubicBezTo>
                <a:cubicBezTo>
                  <a:pt x="4490606" y="765843"/>
                  <a:pt x="4732510" y="768262"/>
                  <a:pt x="4967158" y="792452"/>
                </a:cubicBezTo>
                <a:cubicBezTo>
                  <a:pt x="5201806" y="816642"/>
                  <a:pt x="5489673" y="823900"/>
                  <a:pt x="5663844" y="879538"/>
                </a:cubicBezTo>
                <a:cubicBezTo>
                  <a:pt x="5838015" y="935176"/>
                  <a:pt x="5951711" y="1005329"/>
                  <a:pt x="6012187" y="1126281"/>
                </a:cubicBezTo>
                <a:cubicBezTo>
                  <a:pt x="6072663" y="1247233"/>
                  <a:pt x="5946873" y="1472205"/>
                  <a:pt x="6026701" y="1605252"/>
                </a:cubicBezTo>
                <a:cubicBezTo>
                  <a:pt x="6106529" y="1738299"/>
                  <a:pt x="6329082" y="1830223"/>
                  <a:pt x="6491158" y="1924566"/>
                </a:cubicBezTo>
                <a:cubicBezTo>
                  <a:pt x="6653234" y="2018909"/>
                  <a:pt x="6854015" y="2055195"/>
                  <a:pt x="6999158" y="2171309"/>
                </a:cubicBezTo>
                <a:cubicBezTo>
                  <a:pt x="7144301" y="2287423"/>
                  <a:pt x="7284606" y="2410795"/>
                  <a:pt x="7362015" y="2621252"/>
                </a:cubicBezTo>
                <a:cubicBezTo>
                  <a:pt x="7439424" y="2831709"/>
                  <a:pt x="7369272" y="3119576"/>
                  <a:pt x="7463615" y="3434052"/>
                </a:cubicBezTo>
                <a:cubicBezTo>
                  <a:pt x="7557958" y="3748528"/>
                  <a:pt x="7886948" y="4191214"/>
                  <a:pt x="7928072" y="4508109"/>
                </a:cubicBezTo>
                <a:cubicBezTo>
                  <a:pt x="7969196" y="4825004"/>
                  <a:pt x="7879691" y="5120128"/>
                  <a:pt x="7710358" y="5335423"/>
                </a:cubicBezTo>
                <a:cubicBezTo>
                  <a:pt x="7541025" y="5550718"/>
                  <a:pt x="7163653" y="5620871"/>
                  <a:pt x="6912072" y="5799881"/>
                </a:cubicBezTo>
                <a:cubicBezTo>
                  <a:pt x="6660491" y="5978891"/>
                  <a:pt x="6300053" y="6092586"/>
                  <a:pt x="6200872" y="6409481"/>
                </a:cubicBezTo>
                <a:cubicBezTo>
                  <a:pt x="6101691" y="6726376"/>
                  <a:pt x="6183939" y="7282757"/>
                  <a:pt x="6316987" y="7701252"/>
                </a:cubicBezTo>
                <a:cubicBezTo>
                  <a:pt x="6450035" y="8119747"/>
                  <a:pt x="6873368" y="8426966"/>
                  <a:pt x="6999158" y="8920452"/>
                </a:cubicBezTo>
                <a:cubicBezTo>
                  <a:pt x="7124949" y="9413938"/>
                  <a:pt x="7325730" y="10330757"/>
                  <a:pt x="7071730" y="10662166"/>
                </a:cubicBezTo>
                <a:cubicBezTo>
                  <a:pt x="6817730" y="10993575"/>
                  <a:pt x="5963806" y="10923423"/>
                  <a:pt x="5475158" y="10908909"/>
                </a:cubicBezTo>
                <a:cubicBezTo>
                  <a:pt x="4986510" y="10894395"/>
                  <a:pt x="4558339" y="10725062"/>
                  <a:pt x="4139844" y="10575081"/>
                </a:cubicBezTo>
                <a:cubicBezTo>
                  <a:pt x="3721349" y="10425100"/>
                  <a:pt x="3261228" y="10068603"/>
                  <a:pt x="2964187" y="10009023"/>
                </a:cubicBezTo>
                <a:cubicBezTo>
                  <a:pt x="2667146" y="9949443"/>
                  <a:pt x="2520612" y="10160329"/>
                  <a:pt x="2357597" y="10217598"/>
                </a:cubicBezTo>
                <a:cubicBezTo>
                  <a:pt x="2194582" y="10274867"/>
                  <a:pt x="2094929" y="10368709"/>
                  <a:pt x="1986099" y="10352635"/>
                </a:cubicBezTo>
                <a:cubicBezTo>
                  <a:pt x="1877269" y="10336561"/>
                  <a:pt x="1496581" y="10106639"/>
                  <a:pt x="1704619" y="10121153"/>
                </a:cubicBezTo>
                <a:cubicBezTo>
                  <a:pt x="1912657" y="10135667"/>
                  <a:pt x="1693317" y="9938639"/>
                  <a:pt x="1668563" y="9819618"/>
                </a:cubicBezTo>
                <a:cubicBezTo>
                  <a:pt x="1643809" y="9700597"/>
                  <a:pt x="1597598" y="9573726"/>
                  <a:pt x="1556093" y="9407026"/>
                </a:cubicBezTo>
                <a:close/>
              </a:path>
            </a:pathLst>
          </a:custGeom>
          <a:gradFill>
            <a:gsLst>
              <a:gs pos="0">
                <a:srgbClr val="004070"/>
              </a:gs>
              <a:gs pos="100000">
                <a:srgbClr val="961293"/>
              </a:gs>
            </a:gsLst>
            <a:lin ang="5400000" scaled="1"/>
          </a:gradFill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06EBBF2E-4286-B4EC-9BC0-6077A4A69492}"/>
              </a:ext>
            </a:extLst>
          </p:cNvPr>
          <p:cNvSpPr/>
          <p:nvPr/>
        </p:nvSpPr>
        <p:spPr>
          <a:xfrm rot="9901339">
            <a:off x="6785520" y="-730155"/>
            <a:ext cx="8969466" cy="11179743"/>
          </a:xfrm>
          <a:custGeom>
            <a:avLst/>
            <a:gdLst>
              <a:gd name="connsiteX0" fmla="*/ 5029149 w 5238878"/>
              <a:gd name="connsiteY0" fmla="*/ 6161132 h 6605173"/>
              <a:gd name="connsiteX1" fmla="*/ 4922469 w 5238878"/>
              <a:gd name="connsiteY1" fmla="*/ 6130652 h 6605173"/>
              <a:gd name="connsiteX2" fmla="*/ 2308809 w 5238878"/>
              <a:gd name="connsiteY2" fmla="*/ 5772512 h 6605173"/>
              <a:gd name="connsiteX3" fmla="*/ 495249 w 5238878"/>
              <a:gd name="connsiteY3" fmla="*/ 4522832 h 6605173"/>
              <a:gd name="connsiteX4" fmla="*/ 45669 w 5238878"/>
              <a:gd name="connsiteY4" fmla="*/ 3425552 h 6605173"/>
              <a:gd name="connsiteX5" fmla="*/ 68529 w 5238878"/>
              <a:gd name="connsiteY5" fmla="*/ 2503532 h 6605173"/>
              <a:gd name="connsiteX6" fmla="*/ 518109 w 5238878"/>
              <a:gd name="connsiteY6" fmla="*/ 1543412 h 6605173"/>
              <a:gd name="connsiteX7" fmla="*/ 1302969 w 5238878"/>
              <a:gd name="connsiteY7" fmla="*/ 1421492 h 6605173"/>
              <a:gd name="connsiteX8" fmla="*/ 2430729 w 5238878"/>
              <a:gd name="connsiteY8" fmla="*/ 994772 h 6605173"/>
              <a:gd name="connsiteX9" fmla="*/ 3817569 w 5238878"/>
              <a:gd name="connsiteY9" fmla="*/ 994772 h 6605173"/>
              <a:gd name="connsiteX10" fmla="*/ 5143449 w 5238878"/>
              <a:gd name="connsiteY10" fmla="*/ 270872 h 6605173"/>
              <a:gd name="connsiteX11" fmla="*/ 5128209 w 5238878"/>
              <a:gd name="connsiteY11" fmla="*/ 6176372 h 6605173"/>
              <a:gd name="connsiteX12" fmla="*/ 5082489 w 5238878"/>
              <a:gd name="connsiteY12" fmla="*/ 6153512 h 6605173"/>
              <a:gd name="connsiteX13" fmla="*/ 5067249 w 5238878"/>
              <a:gd name="connsiteY13" fmla="*/ 6206852 h 6605173"/>
              <a:gd name="connsiteX14" fmla="*/ 5029149 w 5238878"/>
              <a:gd name="connsiteY14" fmla="*/ 6161132 h 6605173"/>
              <a:gd name="connsiteX0" fmla="*/ 4530581 w 5238878"/>
              <a:gd name="connsiteY0" fmla="*/ 6642663 h 6642984"/>
              <a:gd name="connsiteX1" fmla="*/ 4922469 w 5238878"/>
              <a:gd name="connsiteY1" fmla="*/ 6130652 h 6642984"/>
              <a:gd name="connsiteX2" fmla="*/ 2308809 w 5238878"/>
              <a:gd name="connsiteY2" fmla="*/ 5772512 h 6642984"/>
              <a:gd name="connsiteX3" fmla="*/ 495249 w 5238878"/>
              <a:gd name="connsiteY3" fmla="*/ 4522832 h 6642984"/>
              <a:gd name="connsiteX4" fmla="*/ 45669 w 5238878"/>
              <a:gd name="connsiteY4" fmla="*/ 3425552 h 6642984"/>
              <a:gd name="connsiteX5" fmla="*/ 68529 w 5238878"/>
              <a:gd name="connsiteY5" fmla="*/ 2503532 h 6642984"/>
              <a:gd name="connsiteX6" fmla="*/ 518109 w 5238878"/>
              <a:gd name="connsiteY6" fmla="*/ 1543412 h 6642984"/>
              <a:gd name="connsiteX7" fmla="*/ 1302969 w 5238878"/>
              <a:gd name="connsiteY7" fmla="*/ 1421492 h 6642984"/>
              <a:gd name="connsiteX8" fmla="*/ 2430729 w 5238878"/>
              <a:gd name="connsiteY8" fmla="*/ 994772 h 6642984"/>
              <a:gd name="connsiteX9" fmla="*/ 3817569 w 5238878"/>
              <a:gd name="connsiteY9" fmla="*/ 994772 h 6642984"/>
              <a:gd name="connsiteX10" fmla="*/ 5143449 w 5238878"/>
              <a:gd name="connsiteY10" fmla="*/ 270872 h 6642984"/>
              <a:gd name="connsiteX11" fmla="*/ 5128209 w 5238878"/>
              <a:gd name="connsiteY11" fmla="*/ 6176372 h 6642984"/>
              <a:gd name="connsiteX12" fmla="*/ 5082489 w 5238878"/>
              <a:gd name="connsiteY12" fmla="*/ 6153512 h 6642984"/>
              <a:gd name="connsiteX13" fmla="*/ 5067249 w 5238878"/>
              <a:gd name="connsiteY13" fmla="*/ 6206852 h 6642984"/>
              <a:gd name="connsiteX14" fmla="*/ 4530581 w 5238878"/>
              <a:gd name="connsiteY14" fmla="*/ 6642663 h 6642984"/>
              <a:gd name="connsiteX0" fmla="*/ 4530581 w 5238878"/>
              <a:gd name="connsiteY0" fmla="*/ 6642663 h 6656346"/>
              <a:gd name="connsiteX1" fmla="*/ 3578534 w 5238878"/>
              <a:gd name="connsiteY1" fmla="*/ 6475146 h 6656346"/>
              <a:gd name="connsiteX2" fmla="*/ 2308809 w 5238878"/>
              <a:gd name="connsiteY2" fmla="*/ 5772512 h 6656346"/>
              <a:gd name="connsiteX3" fmla="*/ 495249 w 5238878"/>
              <a:gd name="connsiteY3" fmla="*/ 4522832 h 6656346"/>
              <a:gd name="connsiteX4" fmla="*/ 45669 w 5238878"/>
              <a:gd name="connsiteY4" fmla="*/ 3425552 h 6656346"/>
              <a:gd name="connsiteX5" fmla="*/ 68529 w 5238878"/>
              <a:gd name="connsiteY5" fmla="*/ 2503532 h 6656346"/>
              <a:gd name="connsiteX6" fmla="*/ 518109 w 5238878"/>
              <a:gd name="connsiteY6" fmla="*/ 1543412 h 6656346"/>
              <a:gd name="connsiteX7" fmla="*/ 1302969 w 5238878"/>
              <a:gd name="connsiteY7" fmla="*/ 1421492 h 6656346"/>
              <a:gd name="connsiteX8" fmla="*/ 2430729 w 5238878"/>
              <a:gd name="connsiteY8" fmla="*/ 994772 h 6656346"/>
              <a:gd name="connsiteX9" fmla="*/ 3817569 w 5238878"/>
              <a:gd name="connsiteY9" fmla="*/ 994772 h 6656346"/>
              <a:gd name="connsiteX10" fmla="*/ 5143449 w 5238878"/>
              <a:gd name="connsiteY10" fmla="*/ 270872 h 6656346"/>
              <a:gd name="connsiteX11" fmla="*/ 5128209 w 5238878"/>
              <a:gd name="connsiteY11" fmla="*/ 6176372 h 6656346"/>
              <a:gd name="connsiteX12" fmla="*/ 5082489 w 5238878"/>
              <a:gd name="connsiteY12" fmla="*/ 6153512 h 6656346"/>
              <a:gd name="connsiteX13" fmla="*/ 5067249 w 5238878"/>
              <a:gd name="connsiteY13" fmla="*/ 6206852 h 6656346"/>
              <a:gd name="connsiteX14" fmla="*/ 4530581 w 5238878"/>
              <a:gd name="connsiteY14" fmla="*/ 6642663 h 6656346"/>
              <a:gd name="connsiteX0" fmla="*/ 4530581 w 5238878"/>
              <a:gd name="connsiteY0" fmla="*/ 6642663 h 6900030"/>
              <a:gd name="connsiteX1" fmla="*/ 3578534 w 5238878"/>
              <a:gd name="connsiteY1" fmla="*/ 6475146 h 6900030"/>
              <a:gd name="connsiteX2" fmla="*/ 2308809 w 5238878"/>
              <a:gd name="connsiteY2" fmla="*/ 5772512 h 6900030"/>
              <a:gd name="connsiteX3" fmla="*/ 495249 w 5238878"/>
              <a:gd name="connsiteY3" fmla="*/ 4522832 h 6900030"/>
              <a:gd name="connsiteX4" fmla="*/ 45669 w 5238878"/>
              <a:gd name="connsiteY4" fmla="*/ 3425552 h 6900030"/>
              <a:gd name="connsiteX5" fmla="*/ 68529 w 5238878"/>
              <a:gd name="connsiteY5" fmla="*/ 2503532 h 6900030"/>
              <a:gd name="connsiteX6" fmla="*/ 518109 w 5238878"/>
              <a:gd name="connsiteY6" fmla="*/ 1543412 h 6900030"/>
              <a:gd name="connsiteX7" fmla="*/ 1302969 w 5238878"/>
              <a:gd name="connsiteY7" fmla="*/ 1421492 h 6900030"/>
              <a:gd name="connsiteX8" fmla="*/ 2430729 w 5238878"/>
              <a:gd name="connsiteY8" fmla="*/ 994772 h 6900030"/>
              <a:gd name="connsiteX9" fmla="*/ 3817569 w 5238878"/>
              <a:gd name="connsiteY9" fmla="*/ 994772 h 6900030"/>
              <a:gd name="connsiteX10" fmla="*/ 5143449 w 5238878"/>
              <a:gd name="connsiteY10" fmla="*/ 270872 h 6900030"/>
              <a:gd name="connsiteX11" fmla="*/ 5128209 w 5238878"/>
              <a:gd name="connsiteY11" fmla="*/ 6176372 h 6900030"/>
              <a:gd name="connsiteX12" fmla="*/ 5082489 w 5238878"/>
              <a:gd name="connsiteY12" fmla="*/ 6153512 h 6900030"/>
              <a:gd name="connsiteX13" fmla="*/ 4957592 w 5238878"/>
              <a:gd name="connsiteY13" fmla="*/ 6884115 h 6900030"/>
              <a:gd name="connsiteX14" fmla="*/ 4530581 w 5238878"/>
              <a:gd name="connsiteY14" fmla="*/ 6642663 h 6900030"/>
              <a:gd name="connsiteX0" fmla="*/ 4530581 w 5694428"/>
              <a:gd name="connsiteY0" fmla="*/ 6661923 h 6919290"/>
              <a:gd name="connsiteX1" fmla="*/ 3578534 w 5694428"/>
              <a:gd name="connsiteY1" fmla="*/ 6494406 h 6919290"/>
              <a:gd name="connsiteX2" fmla="*/ 2308809 w 5694428"/>
              <a:gd name="connsiteY2" fmla="*/ 5791772 h 6919290"/>
              <a:gd name="connsiteX3" fmla="*/ 495249 w 5694428"/>
              <a:gd name="connsiteY3" fmla="*/ 4542092 h 6919290"/>
              <a:gd name="connsiteX4" fmla="*/ 45669 w 5694428"/>
              <a:gd name="connsiteY4" fmla="*/ 3444812 h 6919290"/>
              <a:gd name="connsiteX5" fmla="*/ 68529 w 5694428"/>
              <a:gd name="connsiteY5" fmla="*/ 2522792 h 6919290"/>
              <a:gd name="connsiteX6" fmla="*/ 518109 w 5694428"/>
              <a:gd name="connsiteY6" fmla="*/ 1562672 h 6919290"/>
              <a:gd name="connsiteX7" fmla="*/ 1302969 w 5694428"/>
              <a:gd name="connsiteY7" fmla="*/ 1440752 h 6919290"/>
              <a:gd name="connsiteX8" fmla="*/ 2430729 w 5694428"/>
              <a:gd name="connsiteY8" fmla="*/ 1014032 h 6919290"/>
              <a:gd name="connsiteX9" fmla="*/ 3817569 w 5694428"/>
              <a:gd name="connsiteY9" fmla="*/ 1014032 h 6919290"/>
              <a:gd name="connsiteX10" fmla="*/ 5143449 w 5694428"/>
              <a:gd name="connsiteY10" fmla="*/ 290132 h 6919290"/>
              <a:gd name="connsiteX11" fmla="*/ 5694127 w 5694428"/>
              <a:gd name="connsiteY11" fmla="*/ 6479475 h 6919290"/>
              <a:gd name="connsiteX12" fmla="*/ 5082489 w 5694428"/>
              <a:gd name="connsiteY12" fmla="*/ 6172772 h 6919290"/>
              <a:gd name="connsiteX13" fmla="*/ 4957592 w 5694428"/>
              <a:gd name="connsiteY13" fmla="*/ 6903375 h 6919290"/>
              <a:gd name="connsiteX14" fmla="*/ 4530581 w 5694428"/>
              <a:gd name="connsiteY14" fmla="*/ 6661923 h 6919290"/>
              <a:gd name="connsiteX0" fmla="*/ 4530581 w 5696809"/>
              <a:gd name="connsiteY0" fmla="*/ 6661923 h 7155677"/>
              <a:gd name="connsiteX1" fmla="*/ 3578534 w 5696809"/>
              <a:gd name="connsiteY1" fmla="*/ 6494406 h 7155677"/>
              <a:gd name="connsiteX2" fmla="*/ 2308809 w 5696809"/>
              <a:gd name="connsiteY2" fmla="*/ 5791772 h 7155677"/>
              <a:gd name="connsiteX3" fmla="*/ 495249 w 5696809"/>
              <a:gd name="connsiteY3" fmla="*/ 4542092 h 7155677"/>
              <a:gd name="connsiteX4" fmla="*/ 45669 w 5696809"/>
              <a:gd name="connsiteY4" fmla="*/ 3444812 h 7155677"/>
              <a:gd name="connsiteX5" fmla="*/ 68529 w 5696809"/>
              <a:gd name="connsiteY5" fmla="*/ 2522792 h 7155677"/>
              <a:gd name="connsiteX6" fmla="*/ 518109 w 5696809"/>
              <a:gd name="connsiteY6" fmla="*/ 1562672 h 7155677"/>
              <a:gd name="connsiteX7" fmla="*/ 1302969 w 5696809"/>
              <a:gd name="connsiteY7" fmla="*/ 1440752 h 7155677"/>
              <a:gd name="connsiteX8" fmla="*/ 2430729 w 5696809"/>
              <a:gd name="connsiteY8" fmla="*/ 1014032 h 7155677"/>
              <a:gd name="connsiteX9" fmla="*/ 3817569 w 5696809"/>
              <a:gd name="connsiteY9" fmla="*/ 1014032 h 7155677"/>
              <a:gd name="connsiteX10" fmla="*/ 5143449 w 5696809"/>
              <a:gd name="connsiteY10" fmla="*/ 290132 h 7155677"/>
              <a:gd name="connsiteX11" fmla="*/ 5694127 w 5696809"/>
              <a:gd name="connsiteY11" fmla="*/ 6479475 h 7155677"/>
              <a:gd name="connsiteX12" fmla="*/ 5364902 w 5696809"/>
              <a:gd name="connsiteY12" fmla="*/ 6996128 h 7155677"/>
              <a:gd name="connsiteX13" fmla="*/ 4957592 w 5696809"/>
              <a:gd name="connsiteY13" fmla="*/ 6903375 h 7155677"/>
              <a:gd name="connsiteX14" fmla="*/ 4530581 w 5696809"/>
              <a:gd name="connsiteY14" fmla="*/ 6661923 h 71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696809" h="7155677">
                <a:moveTo>
                  <a:pt x="4530581" y="6661923"/>
                </a:moveTo>
                <a:cubicBezTo>
                  <a:pt x="4300738" y="6593762"/>
                  <a:pt x="3948829" y="6639431"/>
                  <a:pt x="3578534" y="6494406"/>
                </a:cubicBezTo>
                <a:cubicBezTo>
                  <a:pt x="3208239" y="6349381"/>
                  <a:pt x="2822690" y="6117158"/>
                  <a:pt x="2308809" y="5791772"/>
                </a:cubicBezTo>
                <a:cubicBezTo>
                  <a:pt x="1794928" y="5466386"/>
                  <a:pt x="872439" y="4933252"/>
                  <a:pt x="495249" y="4542092"/>
                </a:cubicBezTo>
                <a:cubicBezTo>
                  <a:pt x="118059" y="4150932"/>
                  <a:pt x="116789" y="3781362"/>
                  <a:pt x="45669" y="3444812"/>
                </a:cubicBezTo>
                <a:cubicBezTo>
                  <a:pt x="-25451" y="3108262"/>
                  <a:pt x="-10211" y="2836482"/>
                  <a:pt x="68529" y="2522792"/>
                </a:cubicBezTo>
                <a:cubicBezTo>
                  <a:pt x="147269" y="2209102"/>
                  <a:pt x="312369" y="1743012"/>
                  <a:pt x="518109" y="1562672"/>
                </a:cubicBezTo>
                <a:cubicBezTo>
                  <a:pt x="723849" y="1382332"/>
                  <a:pt x="984199" y="1532192"/>
                  <a:pt x="1302969" y="1440752"/>
                </a:cubicBezTo>
                <a:cubicBezTo>
                  <a:pt x="1621739" y="1349312"/>
                  <a:pt x="2011629" y="1085152"/>
                  <a:pt x="2430729" y="1014032"/>
                </a:cubicBezTo>
                <a:cubicBezTo>
                  <a:pt x="2849829" y="942912"/>
                  <a:pt x="3365449" y="1134682"/>
                  <a:pt x="3817569" y="1014032"/>
                </a:cubicBezTo>
                <a:cubicBezTo>
                  <a:pt x="4269689" y="893382"/>
                  <a:pt x="4830689" y="-620775"/>
                  <a:pt x="5143449" y="290132"/>
                </a:cubicBezTo>
                <a:cubicBezTo>
                  <a:pt x="5456209" y="1201039"/>
                  <a:pt x="5657218" y="5361809"/>
                  <a:pt x="5694127" y="6479475"/>
                </a:cubicBezTo>
                <a:cubicBezTo>
                  <a:pt x="5731036" y="7597141"/>
                  <a:pt x="5375062" y="6991048"/>
                  <a:pt x="5364902" y="6996128"/>
                </a:cubicBezTo>
                <a:cubicBezTo>
                  <a:pt x="5354742" y="7001208"/>
                  <a:pt x="5096645" y="6959076"/>
                  <a:pt x="4957592" y="6903375"/>
                </a:cubicBezTo>
                <a:cubicBezTo>
                  <a:pt x="4818539" y="6847674"/>
                  <a:pt x="4760424" y="6730084"/>
                  <a:pt x="4530581" y="6661923"/>
                </a:cubicBezTo>
                <a:close/>
              </a:path>
            </a:pathLst>
          </a:custGeom>
          <a:gradFill>
            <a:gsLst>
              <a:gs pos="50000">
                <a:srgbClr val="4E1E8E"/>
              </a:gs>
              <a:gs pos="0">
                <a:srgbClr val="98339D"/>
              </a:gs>
              <a:gs pos="100000">
                <a:srgbClr val="9900FF"/>
              </a:gs>
            </a:gsLst>
            <a:lin ang="5400000" scaled="1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1008E-86D6-FB01-F322-3DBDA454C9B4}"/>
              </a:ext>
            </a:extLst>
          </p:cNvPr>
          <p:cNvSpPr txBox="1"/>
          <p:nvPr/>
        </p:nvSpPr>
        <p:spPr>
          <a:xfrm>
            <a:off x="806600" y="325941"/>
            <a:ext cx="105787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i="0" dirty="0">
                <a:solidFill>
                  <a:schemeClr val="bg1">
                    <a:lumMod val="95000"/>
                  </a:schemeClr>
                </a:solidFill>
                <a:effectLst/>
                <a:latin typeface="Arial Black" panose="020B0A04020102020204" pitchFamily="34" charset="0"/>
              </a:rPr>
              <a:t>РОАДМАП РАЗВИТИЯ ПЛАТФОРМЫ «ЧИСТЫЙ БЕРЕГ»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F83811E-09B0-A805-8CEE-ADFD2EF6CDFB}"/>
              </a:ext>
            </a:extLst>
          </p:cNvPr>
          <p:cNvSpPr/>
          <p:nvPr/>
        </p:nvSpPr>
        <p:spPr>
          <a:xfrm>
            <a:off x="2093262" y="1861433"/>
            <a:ext cx="7201908" cy="9512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0" i="0" dirty="0">
                <a:solidFill>
                  <a:srgbClr val="E1E3E6"/>
                </a:solidFill>
                <a:effectLst/>
                <a:latin typeface="Arial Black" panose="020B0A04020102020204" pitchFamily="34" charset="0"/>
              </a:rPr>
              <a:t>ЭТАП 1: Пилотный запуск 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485709D-1C13-A516-63E1-1018C4DFDA89}"/>
              </a:ext>
            </a:extLst>
          </p:cNvPr>
          <p:cNvSpPr/>
          <p:nvPr/>
        </p:nvSpPr>
        <p:spPr>
          <a:xfrm>
            <a:off x="2093262" y="2953357"/>
            <a:ext cx="7201908" cy="9512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0" i="0" dirty="0">
                <a:solidFill>
                  <a:srgbClr val="E1E3E6"/>
                </a:solidFill>
                <a:effectLst/>
                <a:latin typeface="Arial Black" panose="020B0A04020102020204" pitchFamily="34" charset="0"/>
              </a:rPr>
              <a:t>ЭТАП 2: Автоматизация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5BC5D4E-21F4-4AE1-B171-43EF6A65DCB1}"/>
              </a:ext>
            </a:extLst>
          </p:cNvPr>
          <p:cNvSpPr/>
          <p:nvPr/>
        </p:nvSpPr>
        <p:spPr>
          <a:xfrm>
            <a:off x="2093263" y="4172185"/>
            <a:ext cx="7201908" cy="9512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0" i="0" dirty="0">
                <a:solidFill>
                  <a:srgbClr val="E1E3E6"/>
                </a:solidFill>
                <a:effectLst/>
                <a:latin typeface="Arial Black" panose="020B0A04020102020204" pitchFamily="34" charset="0"/>
              </a:rPr>
              <a:t>ЭТАП 3: Полноценная Экосистема 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7F832DB-409B-75DA-E10F-6D32577C2873}"/>
              </a:ext>
            </a:extLst>
          </p:cNvPr>
          <p:cNvSpPr/>
          <p:nvPr/>
        </p:nvSpPr>
        <p:spPr>
          <a:xfrm>
            <a:off x="2093262" y="5335524"/>
            <a:ext cx="7201908" cy="951286"/>
          </a:xfrm>
          <a:prstGeom prst="roundRect">
            <a:avLst>
              <a:gd name="adj" fmla="val 50000"/>
            </a:avLst>
          </a:prstGeom>
          <a:solidFill>
            <a:srgbClr val="0F0A1F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0" i="0" dirty="0">
                <a:solidFill>
                  <a:srgbClr val="E1E3E6"/>
                </a:solidFill>
                <a:effectLst/>
                <a:latin typeface="Arial Black" panose="020B0A04020102020204" pitchFamily="34" charset="0"/>
              </a:rPr>
              <a:t>ЭТАП 4: Масштабирование </a:t>
            </a:r>
            <a:endParaRPr lang="ru-RU" sz="2400" dirty="0">
              <a:solidFill>
                <a:srgbClr val="9900FF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9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456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Глебуня Долгих</dc:creator>
  <cp:lastModifiedBy>word</cp:lastModifiedBy>
  <cp:revision>26</cp:revision>
  <dcterms:created xsi:type="dcterms:W3CDTF">2026-09-04T18:13:05Z</dcterms:created>
  <dcterms:modified xsi:type="dcterms:W3CDTF">2026-09-05T18:57:07Z</dcterms:modified>
</cp:coreProperties>
</file>